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46" r:id="rId1"/>
  </p:sldMasterIdLst>
  <p:sldIdLst>
    <p:sldId id="260" r:id="rId2"/>
    <p:sldId id="262" r:id="rId3"/>
    <p:sldId id="263" r:id="rId4"/>
    <p:sldId id="264" r:id="rId5"/>
    <p:sldId id="266" r:id="rId6"/>
    <p:sldId id="268" r:id="rId7"/>
    <p:sldId id="269" r:id="rId8"/>
    <p:sldId id="270" r:id="rId9"/>
    <p:sldId id="271" r:id="rId10"/>
    <p:sldId id="272" r:id="rId11"/>
    <p:sldId id="273" r:id="rId12"/>
    <p:sldId id="275" r:id="rId13"/>
    <p:sldId id="276" r:id="rId14"/>
    <p:sldId id="277" r:id="rId15"/>
    <p:sldId id="278" r:id="rId16"/>
    <p:sldId id="279" r:id="rId17"/>
    <p:sldId id="280" r:id="rId18"/>
    <p:sldId id="282" r:id="rId19"/>
    <p:sldId id="283" r:id="rId20"/>
  </p:sldIdLst>
  <p:sldSz cx="13004800" cy="9753600"/>
  <p:notesSz cx="13004800" cy="97536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980" y="12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0095" y="260095"/>
            <a:ext cx="12484608" cy="9233408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979" y="1254935"/>
            <a:ext cx="10631424" cy="4161536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8533" b="1" cap="all" baseline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3500" y="5503482"/>
            <a:ext cx="9352384" cy="1974279"/>
          </a:xfrm>
        </p:spPr>
        <p:txBody>
          <a:bodyPr>
            <a:normAutofit/>
          </a:bodyPr>
          <a:lstStyle>
            <a:lvl1pPr marL="0" indent="0" algn="ctr">
              <a:spcBef>
                <a:spcPts val="1422"/>
              </a:spcBef>
              <a:buNone/>
              <a:defRPr sz="2560">
                <a:solidFill>
                  <a:srgbClr val="FFFFFF"/>
                </a:solidFill>
              </a:defRPr>
            </a:lvl1pPr>
            <a:lvl2pPr marL="487672" indent="0" algn="ctr">
              <a:buNone/>
              <a:defRPr sz="2560"/>
            </a:lvl2pPr>
            <a:lvl3pPr marL="975345" indent="0" algn="ctr">
              <a:buNone/>
              <a:defRPr sz="2560"/>
            </a:lvl3pPr>
            <a:lvl4pPr marL="1463017" indent="0" algn="ctr">
              <a:buNone/>
              <a:defRPr sz="2133"/>
            </a:lvl4pPr>
            <a:lvl5pPr marL="1950690" indent="0" algn="ctr">
              <a:buNone/>
              <a:defRPr sz="2133"/>
            </a:lvl5pPr>
            <a:lvl6pPr marL="2438362" indent="0" algn="ctr">
              <a:buNone/>
              <a:defRPr sz="2133"/>
            </a:lvl6pPr>
            <a:lvl7pPr marL="2926034" indent="0" algn="ctr">
              <a:buNone/>
              <a:defRPr sz="2133"/>
            </a:lvl7pPr>
            <a:lvl8pPr marL="3413707" indent="0" algn="ctr">
              <a:buNone/>
              <a:defRPr sz="2133"/>
            </a:lvl8pPr>
            <a:lvl9pPr marL="3901379" indent="0" algn="ctr">
              <a:buNone/>
              <a:defRPr sz="2133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12700">
              <a:lnSpc>
                <a:spcPts val="2755"/>
              </a:lnSpc>
            </a:pPr>
            <a:r>
              <a:rPr lang="it-IT" spc="-5"/>
              <a:t>#deegito2019</a:t>
            </a:r>
            <a:endParaRPr lang="it-IT" spc="-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it-IT" smtClean="0"/>
              <a:t>‹N›</a:t>
            </a:fld>
            <a:endParaRPr lang="it-IT"/>
          </a:p>
        </p:txBody>
      </p:sp>
      <p:cxnSp>
        <p:nvCxnSpPr>
          <p:cNvPr id="8" name="Straight Connector 7"/>
          <p:cNvCxnSpPr/>
          <p:nvPr/>
        </p:nvCxnSpPr>
        <p:spPr>
          <a:xfrm>
            <a:off x="2110572" y="5310293"/>
            <a:ext cx="877824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139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422"/>
              </a:spcBef>
              <a:defRPr/>
            </a:lvl1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2755"/>
              </a:lnSpc>
            </a:pPr>
            <a:r>
              <a:rPr lang="it-IT" spc="-5"/>
              <a:t>#deegito2019</a:t>
            </a:r>
            <a:endParaRPr lang="it-IT" spc="-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35676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0186" y="1669084"/>
            <a:ext cx="10631424" cy="4161536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8533" b="0" cap="all" baseline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3923" y="5908651"/>
            <a:ext cx="9353702" cy="1939635"/>
          </a:xfrm>
        </p:spPr>
        <p:txBody>
          <a:bodyPr anchor="t">
            <a:normAutofit/>
          </a:bodyPr>
          <a:lstStyle>
            <a:lvl1pPr marL="0" indent="0" algn="ctr">
              <a:buNone/>
              <a:defRPr sz="2560">
                <a:solidFill>
                  <a:schemeClr val="accent1"/>
                </a:solidFill>
              </a:defRPr>
            </a:lvl1pPr>
            <a:lvl2pPr marL="487672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2pPr>
            <a:lvl3pPr marL="975345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3pPr>
            <a:lvl4pPr marL="1463017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4pPr>
            <a:lvl5pPr marL="1950690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5pPr>
            <a:lvl6pPr marL="2438362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6pPr>
            <a:lvl7pPr marL="2926034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7pPr>
            <a:lvl8pPr marL="3413707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8pPr>
            <a:lvl9pPr marL="3901379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2755"/>
              </a:lnSpc>
            </a:pPr>
            <a:r>
              <a:rPr lang="it-IT" spc="-5"/>
              <a:t>#deegito2019</a:t>
            </a:r>
            <a:endParaRPr lang="it-IT" spc="-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‹N›</a:t>
            </a:fld>
            <a:endParaRPr lang="it-IT"/>
          </a:p>
        </p:txBody>
      </p:sp>
      <p:cxnSp>
        <p:nvCxnSpPr>
          <p:cNvPr id="7" name="Straight Connector 6"/>
          <p:cNvCxnSpPr/>
          <p:nvPr/>
        </p:nvCxnSpPr>
        <p:spPr>
          <a:xfrm>
            <a:off x="2113281" y="5717914"/>
            <a:ext cx="877824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908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9200" y="2926079"/>
            <a:ext cx="5071872" cy="5722112"/>
          </a:xfrm>
        </p:spPr>
        <p:txBody>
          <a:bodyPr/>
          <a:lstStyle>
            <a:lvl1pPr>
              <a:defRPr sz="2347"/>
            </a:lvl1pPr>
            <a:lvl2pPr>
              <a:defRPr sz="2133"/>
            </a:lvl2pPr>
            <a:lvl3pPr>
              <a:defRPr sz="1920"/>
            </a:lvl3pPr>
            <a:lvl4pPr>
              <a:defRPr sz="1707"/>
            </a:lvl4pPr>
            <a:lvl5pPr>
              <a:defRPr sz="1707"/>
            </a:lvl5pPr>
            <a:lvl6pPr>
              <a:defRPr sz="1707"/>
            </a:lvl6pPr>
            <a:lvl7pPr>
              <a:defRPr sz="1707"/>
            </a:lvl7pPr>
            <a:lvl8pPr>
              <a:defRPr sz="1707"/>
            </a:lvl8pPr>
            <a:lvl9pPr>
              <a:defRPr sz="1707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85453" y="2926080"/>
            <a:ext cx="5071872" cy="5722112"/>
          </a:xfrm>
        </p:spPr>
        <p:txBody>
          <a:bodyPr/>
          <a:lstStyle>
            <a:lvl1pPr>
              <a:defRPr sz="2347"/>
            </a:lvl1pPr>
            <a:lvl2pPr>
              <a:defRPr sz="2133"/>
            </a:lvl2pPr>
            <a:lvl3pPr>
              <a:defRPr sz="1920"/>
            </a:lvl3pPr>
            <a:lvl4pPr>
              <a:defRPr sz="1707"/>
            </a:lvl4pPr>
            <a:lvl5pPr>
              <a:defRPr sz="1707"/>
            </a:lvl5pPr>
            <a:lvl6pPr>
              <a:defRPr sz="1707"/>
            </a:lvl6pPr>
            <a:lvl7pPr>
              <a:defRPr sz="1707"/>
            </a:lvl7pPr>
            <a:lvl8pPr>
              <a:defRPr sz="1707"/>
            </a:lvl8pPr>
            <a:lvl9pPr>
              <a:defRPr sz="1707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2755"/>
              </a:lnSpc>
            </a:pPr>
            <a:r>
              <a:rPr lang="it-IT" spc="-5"/>
              <a:t>#deegito2019</a:t>
            </a:r>
            <a:endParaRPr lang="it-IT" spc="-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525169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2846593"/>
            <a:ext cx="5071872" cy="1105408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560" b="1"/>
            </a:lvl1pPr>
            <a:lvl2pPr marL="487672" indent="0">
              <a:buNone/>
              <a:defRPr sz="2133" b="1"/>
            </a:lvl2pPr>
            <a:lvl3pPr marL="975345" indent="0">
              <a:buNone/>
              <a:defRPr sz="1920" b="1"/>
            </a:lvl3pPr>
            <a:lvl4pPr marL="1463017" indent="0">
              <a:buNone/>
              <a:defRPr sz="1707" b="1"/>
            </a:lvl4pPr>
            <a:lvl5pPr marL="1950690" indent="0">
              <a:buNone/>
              <a:defRPr sz="1707" b="1"/>
            </a:lvl5pPr>
            <a:lvl6pPr marL="2438362" indent="0">
              <a:buNone/>
              <a:defRPr sz="1707" b="1"/>
            </a:lvl6pPr>
            <a:lvl7pPr marL="2926034" indent="0">
              <a:buNone/>
              <a:defRPr sz="1707" b="1"/>
            </a:lvl7pPr>
            <a:lvl8pPr marL="3413707" indent="0">
              <a:buNone/>
              <a:defRPr sz="1707" b="1"/>
            </a:lvl8pPr>
            <a:lvl9pPr marL="3901379" indent="0">
              <a:buNone/>
              <a:defRPr sz="1707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9200" y="3870554"/>
            <a:ext cx="5071872" cy="4811776"/>
          </a:xfrm>
        </p:spPr>
        <p:txBody>
          <a:bodyPr/>
          <a:lstStyle>
            <a:lvl1pPr>
              <a:defRPr sz="2347"/>
            </a:lvl1pPr>
            <a:lvl2pPr>
              <a:defRPr sz="2133"/>
            </a:lvl2pPr>
            <a:lvl3pPr>
              <a:defRPr sz="1920"/>
            </a:lvl3pPr>
            <a:lvl4pPr>
              <a:defRPr sz="1707"/>
            </a:lvl4pPr>
            <a:lvl5pPr>
              <a:defRPr sz="1707"/>
            </a:lvl5pPr>
            <a:lvl6pPr>
              <a:defRPr sz="1707"/>
            </a:lvl6pPr>
            <a:lvl7pPr>
              <a:defRPr sz="1707"/>
            </a:lvl7pPr>
            <a:lvl8pPr>
              <a:defRPr sz="1707"/>
            </a:lvl8pPr>
            <a:lvl9pPr>
              <a:defRPr sz="1707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87118" y="2843068"/>
            <a:ext cx="5071872" cy="1105408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560" b="1"/>
            </a:lvl1pPr>
            <a:lvl2pPr marL="487672" indent="0">
              <a:buNone/>
              <a:defRPr sz="2133" b="1"/>
            </a:lvl2pPr>
            <a:lvl3pPr marL="975345" indent="0">
              <a:buNone/>
              <a:defRPr sz="1920" b="1"/>
            </a:lvl3pPr>
            <a:lvl4pPr marL="1463017" indent="0">
              <a:buNone/>
              <a:defRPr sz="1707" b="1"/>
            </a:lvl4pPr>
            <a:lvl5pPr marL="1950690" indent="0">
              <a:buNone/>
              <a:defRPr sz="1707" b="1"/>
            </a:lvl5pPr>
            <a:lvl6pPr marL="2438362" indent="0">
              <a:buNone/>
              <a:defRPr sz="1707" b="1"/>
            </a:lvl6pPr>
            <a:lvl7pPr marL="2926034" indent="0">
              <a:buNone/>
              <a:defRPr sz="1707" b="1"/>
            </a:lvl7pPr>
            <a:lvl8pPr marL="3413707" indent="0">
              <a:buNone/>
              <a:defRPr sz="1707" b="1"/>
            </a:lvl8pPr>
            <a:lvl9pPr marL="3901379" indent="0">
              <a:buNone/>
              <a:defRPr sz="1707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87118" y="3867480"/>
            <a:ext cx="5071872" cy="4811776"/>
          </a:xfrm>
        </p:spPr>
        <p:txBody>
          <a:bodyPr/>
          <a:lstStyle>
            <a:lvl1pPr>
              <a:defRPr sz="2347"/>
            </a:lvl1pPr>
            <a:lvl2pPr>
              <a:defRPr sz="2133"/>
            </a:lvl2pPr>
            <a:lvl3pPr>
              <a:defRPr sz="1920"/>
            </a:lvl3pPr>
            <a:lvl4pPr>
              <a:defRPr sz="1707"/>
            </a:lvl4pPr>
            <a:lvl5pPr>
              <a:defRPr sz="1707"/>
            </a:lvl5pPr>
            <a:lvl6pPr>
              <a:defRPr sz="1707"/>
            </a:lvl6pPr>
            <a:lvl7pPr>
              <a:defRPr sz="1707"/>
            </a:lvl7pPr>
            <a:lvl8pPr>
              <a:defRPr sz="1707"/>
            </a:lvl8pPr>
            <a:lvl9pPr>
              <a:defRPr sz="1707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2755"/>
              </a:lnSpc>
            </a:pPr>
            <a:r>
              <a:rPr lang="it-IT" spc="-5"/>
              <a:t>#deegito2019</a:t>
            </a:r>
            <a:endParaRPr lang="it-IT" spc="-5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79319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2755"/>
              </a:lnSpc>
            </a:pPr>
            <a:r>
              <a:rPr lang="it-IT" spc="-5"/>
              <a:t>#deegito2019</a:t>
            </a:r>
            <a:endParaRPr lang="it-IT" spc="-5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5281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2755"/>
              </a:lnSpc>
            </a:pPr>
            <a:r>
              <a:rPr lang="it-IT" spc="-5"/>
              <a:t>#deegito2019</a:t>
            </a:r>
            <a:endParaRPr lang="it-IT" spc="-5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11343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1560576"/>
            <a:ext cx="4031488" cy="2470912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267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2802" y="1560576"/>
            <a:ext cx="5901707" cy="6632448"/>
          </a:xfrm>
        </p:spPr>
        <p:txBody>
          <a:bodyPr/>
          <a:lstStyle>
            <a:lvl1pPr>
              <a:defRPr sz="3413"/>
            </a:lvl1pPr>
            <a:lvl2pPr>
              <a:defRPr sz="2987"/>
            </a:lvl2pPr>
            <a:lvl3pPr>
              <a:defRPr sz="256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4031488"/>
            <a:ext cx="4031488" cy="416153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138"/>
              </a:spcBef>
              <a:buNone/>
              <a:defRPr sz="1813"/>
            </a:lvl1pPr>
            <a:lvl2pPr marL="487672" indent="0">
              <a:buNone/>
              <a:defRPr sz="1280"/>
            </a:lvl2pPr>
            <a:lvl3pPr marL="975345" indent="0">
              <a:buNone/>
              <a:defRPr sz="1067"/>
            </a:lvl3pPr>
            <a:lvl4pPr marL="1463017" indent="0">
              <a:buNone/>
              <a:defRPr sz="960"/>
            </a:lvl4pPr>
            <a:lvl5pPr marL="1950690" indent="0">
              <a:buNone/>
              <a:defRPr sz="960"/>
            </a:lvl5pPr>
            <a:lvl6pPr marL="2438362" indent="0">
              <a:buNone/>
              <a:defRPr sz="960"/>
            </a:lvl6pPr>
            <a:lvl7pPr marL="2926034" indent="0">
              <a:buNone/>
              <a:defRPr sz="960"/>
            </a:lvl7pPr>
            <a:lvl8pPr marL="3413707" indent="0">
              <a:buNone/>
              <a:defRPr sz="960"/>
            </a:lvl8pPr>
            <a:lvl9pPr marL="3901379" indent="0">
              <a:buNone/>
              <a:defRPr sz="96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2755"/>
              </a:lnSpc>
            </a:pPr>
            <a:r>
              <a:rPr lang="it-IT" spc="-5"/>
              <a:t>#deegito2019</a:t>
            </a:r>
            <a:endParaRPr lang="it-IT" spc="-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336672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1560576"/>
            <a:ext cx="4031488" cy="2470912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267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716064" y="1521561"/>
            <a:ext cx="6055400" cy="660644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987"/>
            </a:lvl1pPr>
            <a:lvl2pPr marL="487672" indent="0">
              <a:buNone/>
              <a:defRPr sz="2987"/>
            </a:lvl2pPr>
            <a:lvl3pPr marL="975345" indent="0">
              <a:buNone/>
              <a:defRPr sz="2560"/>
            </a:lvl3pPr>
            <a:lvl4pPr marL="1463017" indent="0">
              <a:buNone/>
              <a:defRPr sz="2133"/>
            </a:lvl4pPr>
            <a:lvl5pPr marL="1950690" indent="0">
              <a:buNone/>
              <a:defRPr sz="2133"/>
            </a:lvl5pPr>
            <a:lvl6pPr marL="2438362" indent="0">
              <a:buNone/>
              <a:defRPr sz="2133"/>
            </a:lvl6pPr>
            <a:lvl7pPr marL="2926034" indent="0">
              <a:buNone/>
              <a:defRPr sz="2133"/>
            </a:lvl7pPr>
            <a:lvl8pPr marL="3413707" indent="0">
              <a:buNone/>
              <a:defRPr sz="2133"/>
            </a:lvl8pPr>
            <a:lvl9pPr marL="3901379" indent="0">
              <a:buNone/>
              <a:defRPr sz="2133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4031488"/>
            <a:ext cx="4031488" cy="409651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138"/>
              </a:spcBef>
              <a:buNone/>
              <a:defRPr sz="1813"/>
            </a:lvl1pPr>
            <a:lvl2pPr marL="487672" indent="0">
              <a:buNone/>
              <a:defRPr sz="1280"/>
            </a:lvl2pPr>
            <a:lvl3pPr marL="975345" indent="0">
              <a:buNone/>
              <a:defRPr sz="1067"/>
            </a:lvl3pPr>
            <a:lvl4pPr marL="1463017" indent="0">
              <a:buNone/>
              <a:defRPr sz="960"/>
            </a:lvl4pPr>
            <a:lvl5pPr marL="1950690" indent="0">
              <a:buNone/>
              <a:defRPr sz="960"/>
            </a:lvl5pPr>
            <a:lvl6pPr marL="2438362" indent="0">
              <a:buNone/>
              <a:defRPr sz="960"/>
            </a:lvl6pPr>
            <a:lvl7pPr marL="2926034" indent="0">
              <a:buNone/>
              <a:defRPr sz="960"/>
            </a:lvl7pPr>
            <a:lvl8pPr marL="3413707" indent="0">
              <a:buNone/>
              <a:defRPr sz="960"/>
            </a:lvl8pPr>
            <a:lvl9pPr marL="3901379" indent="0">
              <a:buNone/>
              <a:defRPr sz="96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2755"/>
              </a:lnSpc>
            </a:pPr>
            <a:r>
              <a:rPr lang="it-IT" spc="-5"/>
              <a:t>#deegito2019</a:t>
            </a:r>
            <a:endParaRPr lang="it-IT" spc="-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83065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2755"/>
              </a:lnSpc>
            </a:pPr>
            <a:r>
              <a:rPr lang="it-IT" spc="-5"/>
              <a:t>#deegito2019</a:t>
            </a:r>
            <a:endParaRPr lang="it-IT" spc="-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190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06561" y="1083733"/>
            <a:ext cx="2479040" cy="7694507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1" y="1083733"/>
            <a:ext cx="7924800" cy="7694507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2755"/>
              </a:lnSpc>
            </a:pPr>
            <a:r>
              <a:rPr lang="it-IT" spc="-5"/>
              <a:t>#deegito2019</a:t>
            </a:r>
            <a:endParaRPr lang="it-IT" spc="-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228461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755"/>
              </a:lnSpc>
            </a:pPr>
            <a:r>
              <a:rPr spc="-5" dirty="0"/>
              <a:t>#deegito2019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1/17/2021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92059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912874" y="-208406"/>
            <a:ext cx="9179051" cy="1245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50720" y="5462016"/>
            <a:ext cx="910336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755"/>
              </a:lnSpc>
            </a:pPr>
            <a:r>
              <a:rPr spc="-5" dirty="0"/>
              <a:t>#deegito2019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1/17/2021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44216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755"/>
              </a:lnSpc>
            </a:pPr>
            <a:r>
              <a:rPr spc="-5" dirty="0"/>
              <a:t>#deegito2019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1/17/2021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55595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0096" y="260096"/>
            <a:ext cx="12484608" cy="923340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9200" y="866987"/>
            <a:ext cx="10533888" cy="19290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2" y="2926080"/>
            <a:ext cx="10531062" cy="57437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9196" y="8851669"/>
            <a:ext cx="2484346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22">
                <a:solidFill>
                  <a:schemeClr val="accent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12425" y="8851669"/>
            <a:ext cx="5032293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22">
                <a:solidFill>
                  <a:schemeClr val="accent1"/>
                </a:solidFill>
              </a:defRPr>
            </a:lvl1pPr>
          </a:lstStyle>
          <a:p>
            <a:pPr marL="12700">
              <a:lnSpc>
                <a:spcPts val="2755"/>
              </a:lnSpc>
            </a:pPr>
            <a:r>
              <a:rPr lang="it-IT" spc="-5"/>
              <a:t>#deegito2019</a:t>
            </a:r>
            <a:endParaRPr lang="it-IT" spc="-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51500" y="8851669"/>
            <a:ext cx="1819965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22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46131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</p:sldLayoutIdLst>
  <p:txStyles>
    <p:titleStyle>
      <a:lvl1pPr algn="l" defTabSz="975345" rtl="0" eaLnBrk="1" latinLnBrk="0" hangingPunct="1">
        <a:lnSpc>
          <a:spcPct val="90000"/>
        </a:lnSpc>
        <a:spcBef>
          <a:spcPct val="0"/>
        </a:spcBef>
        <a:buNone/>
        <a:defRPr sz="5689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3836" indent="-195069" algn="l" defTabSz="975345" rtl="0" eaLnBrk="1" latinLnBrk="0" hangingPunct="1">
        <a:lnSpc>
          <a:spcPct val="90000"/>
        </a:lnSpc>
        <a:spcBef>
          <a:spcPts val="1422"/>
        </a:spcBef>
        <a:buClr>
          <a:schemeClr val="accent1"/>
        </a:buClr>
        <a:buSzPct val="80000"/>
        <a:buFont typeface="Corbel" pitchFamily="34" charset="0"/>
        <a:buChar char="•"/>
        <a:defRPr sz="2844" kern="1200">
          <a:solidFill>
            <a:schemeClr val="accent1"/>
          </a:solidFill>
          <a:latin typeface="+mn-lt"/>
          <a:ea typeface="+mn-ea"/>
          <a:cs typeface="+mn-cs"/>
        </a:defRPr>
      </a:lvl1pPr>
      <a:lvl2pPr marL="487672" indent="-195069" algn="l" defTabSz="975345" rtl="0" eaLnBrk="1" latinLnBrk="0" hangingPunct="1">
        <a:lnSpc>
          <a:spcPct val="90000"/>
        </a:lnSpc>
        <a:spcBef>
          <a:spcPts val="213"/>
        </a:spcBef>
        <a:spcAft>
          <a:spcPts val="427"/>
        </a:spcAft>
        <a:buClr>
          <a:schemeClr val="accent1"/>
        </a:buClr>
        <a:buSzPct val="80000"/>
        <a:buFont typeface="Corbel" pitchFamily="34" charset="0"/>
        <a:buChar char="•"/>
        <a:defRPr sz="256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80276" indent="-195069" algn="l" defTabSz="975345" rtl="0" eaLnBrk="1" latinLnBrk="0" hangingPunct="1">
        <a:lnSpc>
          <a:spcPct val="90000"/>
        </a:lnSpc>
        <a:spcBef>
          <a:spcPts val="213"/>
        </a:spcBef>
        <a:spcAft>
          <a:spcPts val="427"/>
        </a:spcAft>
        <a:buClr>
          <a:schemeClr val="accent1"/>
        </a:buClr>
        <a:buSzPct val="80000"/>
        <a:buFont typeface="Corbel" pitchFamily="34" charset="0"/>
        <a:buChar char="•"/>
        <a:defRPr sz="2276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72879" indent="-195069" algn="l" defTabSz="975345" rtl="0" eaLnBrk="1" latinLnBrk="0" hangingPunct="1">
        <a:lnSpc>
          <a:spcPct val="90000"/>
        </a:lnSpc>
        <a:spcBef>
          <a:spcPts val="213"/>
        </a:spcBef>
        <a:spcAft>
          <a:spcPts val="427"/>
        </a:spcAft>
        <a:buClr>
          <a:schemeClr val="accent1"/>
        </a:buClr>
        <a:buSzPct val="80000"/>
        <a:buFont typeface="Corbel" pitchFamily="34" charset="0"/>
        <a:buChar char="•"/>
        <a:defRPr sz="1991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08595" indent="-195069" algn="l" defTabSz="975345" rtl="0" eaLnBrk="1" latinLnBrk="0" hangingPunct="1">
        <a:lnSpc>
          <a:spcPct val="90000"/>
        </a:lnSpc>
        <a:spcBef>
          <a:spcPts val="213"/>
        </a:spcBef>
        <a:spcAft>
          <a:spcPts val="427"/>
        </a:spcAft>
        <a:buClr>
          <a:schemeClr val="accent1"/>
        </a:buClr>
        <a:buSzPct val="80000"/>
        <a:buFont typeface="Corbel" pitchFamily="34" charset="0"/>
        <a:buChar char="•"/>
        <a:defRPr sz="1991" kern="1200">
          <a:solidFill>
            <a:schemeClr val="accent1"/>
          </a:solidFill>
          <a:latin typeface="+mn-lt"/>
          <a:ea typeface="+mn-ea"/>
          <a:cs typeface="+mn-cs"/>
        </a:defRPr>
      </a:lvl5pPr>
      <a:lvl6pPr marL="1564420" indent="-243836" algn="l" defTabSz="975345" rtl="0" eaLnBrk="1" latinLnBrk="0" hangingPunct="1">
        <a:lnSpc>
          <a:spcPct val="90000"/>
        </a:lnSpc>
        <a:spcBef>
          <a:spcPts val="213"/>
        </a:spcBef>
        <a:spcAft>
          <a:spcPts val="427"/>
        </a:spcAft>
        <a:buClr>
          <a:schemeClr val="accent1"/>
        </a:buClr>
        <a:buSzPct val="80000"/>
        <a:buFont typeface="Corbel" pitchFamily="34" charset="0"/>
        <a:buChar char="•"/>
        <a:defRPr sz="1991" kern="1200">
          <a:solidFill>
            <a:schemeClr val="accent1"/>
          </a:solidFill>
          <a:latin typeface="+mn-lt"/>
          <a:ea typeface="+mn-ea"/>
          <a:cs typeface="+mn-cs"/>
        </a:defRPr>
      </a:lvl6pPr>
      <a:lvl7pPr marL="1848860" indent="-243836" algn="l" defTabSz="975345" rtl="0" eaLnBrk="1" latinLnBrk="0" hangingPunct="1">
        <a:lnSpc>
          <a:spcPct val="90000"/>
        </a:lnSpc>
        <a:spcBef>
          <a:spcPts val="213"/>
        </a:spcBef>
        <a:spcAft>
          <a:spcPts val="427"/>
        </a:spcAft>
        <a:buClr>
          <a:schemeClr val="accent1"/>
        </a:buClr>
        <a:buSzPct val="80000"/>
        <a:buFont typeface="Corbel" pitchFamily="34" charset="0"/>
        <a:buChar char="•"/>
        <a:defRPr sz="1991" kern="1200">
          <a:solidFill>
            <a:schemeClr val="accent1"/>
          </a:solidFill>
          <a:latin typeface="+mn-lt"/>
          <a:ea typeface="+mn-ea"/>
          <a:cs typeface="+mn-cs"/>
        </a:defRPr>
      </a:lvl7pPr>
      <a:lvl8pPr marL="2133300" indent="-243836" algn="l" defTabSz="975345" rtl="0" eaLnBrk="1" latinLnBrk="0" hangingPunct="1">
        <a:lnSpc>
          <a:spcPct val="90000"/>
        </a:lnSpc>
        <a:spcBef>
          <a:spcPts val="213"/>
        </a:spcBef>
        <a:spcAft>
          <a:spcPts val="427"/>
        </a:spcAft>
        <a:buClr>
          <a:schemeClr val="accent1"/>
        </a:buClr>
        <a:buSzPct val="80000"/>
        <a:buFont typeface="Corbel" pitchFamily="34" charset="0"/>
        <a:buChar char="•"/>
        <a:defRPr sz="1991" kern="1200">
          <a:solidFill>
            <a:schemeClr val="accent1"/>
          </a:solidFill>
          <a:latin typeface="+mn-lt"/>
          <a:ea typeface="+mn-ea"/>
          <a:cs typeface="+mn-cs"/>
        </a:defRPr>
      </a:lvl8pPr>
      <a:lvl9pPr marL="2417740" indent="-243836" algn="l" defTabSz="975345" rtl="0" eaLnBrk="1" latinLnBrk="0" hangingPunct="1">
        <a:lnSpc>
          <a:spcPct val="90000"/>
        </a:lnSpc>
        <a:spcBef>
          <a:spcPts val="213"/>
        </a:spcBef>
        <a:spcAft>
          <a:spcPts val="427"/>
        </a:spcAft>
        <a:buClr>
          <a:schemeClr val="accent1"/>
        </a:buClr>
        <a:buSzPct val="80000"/>
        <a:buFont typeface="Corbel" pitchFamily="34" charset="0"/>
        <a:buChar char="•"/>
        <a:defRPr sz="1991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5345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672" algn="l" defTabSz="975345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345" algn="l" defTabSz="975345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3017" algn="l" defTabSz="975345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690" algn="l" defTabSz="975345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8362" algn="l" defTabSz="975345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6034" algn="l" defTabSz="975345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3707" algn="l" defTabSz="975345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1379" algn="l" defTabSz="975345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0.jp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7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oogle.com/search?safe=active&amp;q=dart+ultima+versione&amp;sa=X&amp;ved=2ahUKEwixhP3z2qLuAhVN-aQKHXvCAPwQ6BMoADAcegQIGBAC" TargetMode="External"/><Relationship Id="rId3" Type="http://schemas.openxmlformats.org/officeDocument/2006/relationships/hyperlink" Target="https://www.google.com/search?safe=active&amp;q=lars+bak&amp;stick=H4sIAAAAAAAAAOPgE-LSz9U3yDA1qigyVAKzTQtNKkvitQwyyq30k_NzclKTSzLz8_QLivLTixJzczPz0uNzEvPSSxPTU4utUlKLM9PzUlMUkioXsXLkJBYVKyQlZu9gZQQAktMCaloAAAA&amp;sa=X&amp;ved=2ahUKEwixhP3z2qLuAhVN-aQKHXvCAPwQmxMoATAYegQIGxAD" TargetMode="External"/><Relationship Id="rId7" Type="http://schemas.openxmlformats.org/officeDocument/2006/relationships/hyperlink" Target="https://www.google.com/search?safe=active&amp;q=dart+tipizzazione&amp;sa=X&amp;ved=2ahUKEwixhP3z2qLuAhVN-aQKHXvCAPwQ6BMoADAbegQIHhAC" TargetMode="External"/><Relationship Id="rId2" Type="http://schemas.openxmlformats.org/officeDocument/2006/relationships/hyperlink" Target="https://www.google.com/search?safe=active&amp;q=dart+creatore&amp;stick=H4sIAAAAAAAAAOPgE-LSz9U3yDA1qigy1DLIKLfST87PyUlNLsnMz9MvKMpPL0rMzc3MS4_PScxLL01MTy22SkktzkzPS01RSKpcxMqbklhUopBclJpYkl-UCgALE84xUAAAAA&amp;sa=X&amp;ved=2ahUKEwixhP3z2qLuAhVN-aQKHXvCAPwQ6BMoADAYegQIGxAC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google.com/search?safe=active&amp;q=dart+sistema+operativo&amp;sa=X&amp;ved=2ahUKEwixhP3z2qLuAhVN-aQKHXvCAPwQ6BMoADAaegQIIhAC" TargetMode="External"/><Relationship Id="rId5" Type="http://schemas.openxmlformats.org/officeDocument/2006/relationships/hyperlink" Target="https://www.google.com/search?safe=active&amp;q=18+ottobre+2011&amp;stick=H4sIAAAAAAAAAONgVhLQL9E3MjUozClPM8hNKTIzWcTKb2ihkF9Skp9UlKpgZGBoCABxckhQJgAAAA&amp;sa=X&amp;ved=2ahUKEwixhP3z2qLuAhVN-aQKHXvCAPwQmxMoATAZegQIHRAD" TargetMode="External"/><Relationship Id="rId4" Type="http://schemas.openxmlformats.org/officeDocument/2006/relationships/hyperlink" Target="https://www.google.com/search?safe=active&amp;q=dart+data+di+origine&amp;sa=X&amp;ved=2ahUKEwixhP3z2qLuAhVN-aQKHXvCAPwQ6BMoADAZegQIHRAC" TargetMode="External"/><Relationship Id="rId9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g"/><Relationship Id="rId5" Type="http://schemas.openxmlformats.org/officeDocument/2006/relationships/image" Target="../media/image30.jpg"/><Relationship Id="rId4" Type="http://schemas.openxmlformats.org/officeDocument/2006/relationships/image" Target="../media/image29.jp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3004290" cy="113690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68400" y="124291"/>
            <a:ext cx="10533888" cy="88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it-IT" dirty="0">
                <a:solidFill>
                  <a:srgbClr val="FFFF00"/>
                </a:solidFill>
              </a:rPr>
              <a:t>Cos’è</a:t>
            </a:r>
            <a:r>
              <a:rPr spc="-70" dirty="0">
                <a:solidFill>
                  <a:srgbClr val="FFFF00"/>
                </a:solidFill>
              </a:rPr>
              <a:t> </a:t>
            </a:r>
            <a:r>
              <a:rPr spc="-5" dirty="0">
                <a:solidFill>
                  <a:srgbClr val="FFFF00"/>
                </a:solidFill>
              </a:rPr>
              <a:t>Flutter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5000" y="2514600"/>
            <a:ext cx="11900001" cy="6018955"/>
          </a:xfrm>
          <a:prstGeom prst="rect">
            <a:avLst/>
          </a:prstGeom>
        </p:spPr>
        <p:txBody>
          <a:bodyPr vert="horz" wrap="square" lIns="0" tIns="387985" rIns="0" bIns="0" rtlCol="0">
            <a:spAutoFit/>
          </a:bodyPr>
          <a:lstStyle/>
          <a:p>
            <a:pPr marR="1847214" algn="ctr">
              <a:lnSpc>
                <a:spcPct val="100000"/>
              </a:lnSpc>
              <a:spcBef>
                <a:spcPts val="3055"/>
              </a:spcBef>
            </a:pPr>
            <a:r>
              <a:rPr sz="5400" dirty="0">
                <a:solidFill>
                  <a:srgbClr val="006FC0"/>
                </a:solidFill>
                <a:latin typeface="Arial"/>
                <a:cs typeface="Arial"/>
              </a:rPr>
              <a:t>Il</a:t>
            </a:r>
            <a:r>
              <a:rPr sz="5400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5400" dirty="0">
                <a:solidFill>
                  <a:srgbClr val="006FC0"/>
                </a:solidFill>
                <a:latin typeface="Arial"/>
                <a:cs typeface="Arial"/>
              </a:rPr>
              <a:t>sito</a:t>
            </a:r>
            <a:r>
              <a:rPr sz="5400" spc="-5" dirty="0">
                <a:solidFill>
                  <a:srgbClr val="006FC0"/>
                </a:solidFill>
                <a:latin typeface="Arial"/>
                <a:cs typeface="Arial"/>
              </a:rPr>
              <a:t> ufficiale </a:t>
            </a:r>
            <a:r>
              <a:rPr sz="5400" dirty="0">
                <a:solidFill>
                  <a:srgbClr val="006FC0"/>
                </a:solidFill>
                <a:latin typeface="Arial"/>
                <a:cs typeface="Arial"/>
              </a:rPr>
              <a:t>lo</a:t>
            </a:r>
            <a:r>
              <a:rPr sz="5400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5400" spc="-5" dirty="0">
                <a:solidFill>
                  <a:srgbClr val="006FC0"/>
                </a:solidFill>
                <a:latin typeface="Arial"/>
                <a:cs typeface="Arial"/>
              </a:rPr>
              <a:t>presenta</a:t>
            </a:r>
            <a:r>
              <a:rPr sz="5400" spc="-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5400" dirty="0">
                <a:solidFill>
                  <a:srgbClr val="006FC0"/>
                </a:solidFill>
                <a:latin typeface="Arial"/>
                <a:cs typeface="Arial"/>
              </a:rPr>
              <a:t>così:</a:t>
            </a:r>
            <a:endParaRPr sz="5400" dirty="0">
              <a:latin typeface="Arial"/>
              <a:cs typeface="Arial"/>
            </a:endParaRPr>
          </a:p>
          <a:p>
            <a:pPr marL="12700" marR="142240" indent="-635" algn="ctr">
              <a:lnSpc>
                <a:spcPct val="100000"/>
              </a:lnSpc>
              <a:spcBef>
                <a:spcPts val="2955"/>
              </a:spcBef>
            </a:pPr>
            <a:r>
              <a:rPr sz="5400" b="1" i="1" dirty="0">
                <a:solidFill>
                  <a:srgbClr val="006FC0"/>
                </a:solidFill>
                <a:latin typeface="Arial"/>
                <a:cs typeface="Arial"/>
              </a:rPr>
              <a:t>“Flutter is Google’s portable </a:t>
            </a:r>
            <a:r>
              <a:rPr sz="5400" b="1" i="1" spc="-5" dirty="0">
                <a:solidFill>
                  <a:srgbClr val="006FC0"/>
                </a:solidFill>
                <a:latin typeface="Arial"/>
                <a:cs typeface="Arial"/>
              </a:rPr>
              <a:t>UI </a:t>
            </a:r>
            <a:r>
              <a:rPr sz="5400" b="1" i="1" dirty="0">
                <a:solidFill>
                  <a:srgbClr val="006FC0"/>
                </a:solidFill>
                <a:latin typeface="Arial"/>
                <a:cs typeface="Arial"/>
              </a:rPr>
              <a:t> toolkit for </a:t>
            </a:r>
            <a:r>
              <a:rPr sz="5400" b="1" i="1" spc="-5" dirty="0">
                <a:solidFill>
                  <a:srgbClr val="006FC0"/>
                </a:solidFill>
                <a:latin typeface="Arial"/>
                <a:cs typeface="Arial"/>
              </a:rPr>
              <a:t>building</a:t>
            </a:r>
            <a:r>
              <a:rPr sz="5400" b="1" i="1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5400" b="1" i="1" spc="-5" dirty="0">
                <a:solidFill>
                  <a:srgbClr val="006FC0"/>
                </a:solidFill>
                <a:latin typeface="Arial"/>
                <a:cs typeface="Arial"/>
              </a:rPr>
              <a:t>beautiful,</a:t>
            </a:r>
            <a:r>
              <a:rPr sz="5400" b="1" i="1" dirty="0">
                <a:solidFill>
                  <a:srgbClr val="006FC0"/>
                </a:solidFill>
                <a:latin typeface="Arial"/>
                <a:cs typeface="Arial"/>
              </a:rPr>
              <a:t> native </a:t>
            </a:r>
            <a:r>
              <a:rPr sz="5400" b="1" i="1" spc="-148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5400" b="1" i="1" dirty="0">
                <a:solidFill>
                  <a:srgbClr val="006FC0"/>
                </a:solidFill>
                <a:latin typeface="Arial"/>
                <a:cs typeface="Arial"/>
              </a:rPr>
              <a:t>applications</a:t>
            </a:r>
            <a:r>
              <a:rPr sz="5400" b="1" i="1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5400" b="1" i="1" dirty="0">
                <a:solidFill>
                  <a:srgbClr val="006FC0"/>
                </a:solidFill>
                <a:latin typeface="Arial"/>
                <a:cs typeface="Arial"/>
              </a:rPr>
              <a:t>for</a:t>
            </a:r>
            <a:r>
              <a:rPr sz="5400" b="1" i="1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5400" b="1" i="1" dirty="0">
                <a:solidFill>
                  <a:srgbClr val="006FC0"/>
                </a:solidFill>
                <a:latin typeface="Arial"/>
                <a:cs typeface="Arial"/>
              </a:rPr>
              <a:t>mobile,</a:t>
            </a:r>
            <a:r>
              <a:rPr sz="5400" b="1" i="1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5400" b="1" i="1" dirty="0">
                <a:solidFill>
                  <a:srgbClr val="006FC0"/>
                </a:solidFill>
                <a:latin typeface="Arial"/>
                <a:cs typeface="Arial"/>
              </a:rPr>
              <a:t>web,</a:t>
            </a:r>
            <a:r>
              <a:rPr sz="5400" b="1" i="1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5400" b="1" i="1" dirty="0">
                <a:solidFill>
                  <a:srgbClr val="006FC0"/>
                </a:solidFill>
                <a:latin typeface="Arial"/>
                <a:cs typeface="Arial"/>
              </a:rPr>
              <a:t>and</a:t>
            </a:r>
            <a:endParaRPr sz="5400" dirty="0">
              <a:latin typeface="Arial"/>
              <a:cs typeface="Arial"/>
            </a:endParaRPr>
          </a:p>
          <a:p>
            <a:pPr marR="132715" algn="ctr">
              <a:lnSpc>
                <a:spcPct val="100000"/>
              </a:lnSpc>
              <a:spcBef>
                <a:spcPts val="5"/>
              </a:spcBef>
              <a:tabLst>
                <a:tab pos="5107940" algn="l"/>
                <a:tab pos="7278370" algn="l"/>
              </a:tabLst>
            </a:pPr>
            <a:r>
              <a:rPr sz="5400" b="1" i="1" dirty="0">
                <a:solidFill>
                  <a:srgbClr val="006FC0"/>
                </a:solidFill>
                <a:latin typeface="Arial"/>
                <a:cs typeface="Arial"/>
              </a:rPr>
              <a:t>desktop</a:t>
            </a:r>
            <a:r>
              <a:rPr sz="5400" b="1" i="1" spc="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5400" b="1" i="1" dirty="0">
                <a:solidFill>
                  <a:srgbClr val="006FC0"/>
                </a:solidFill>
                <a:latin typeface="Arial"/>
                <a:cs typeface="Arial"/>
              </a:rPr>
              <a:t>from</a:t>
            </a:r>
            <a:r>
              <a:rPr sz="5400" b="1" i="1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5400" b="1" i="1" dirty="0">
                <a:solidFill>
                  <a:srgbClr val="006FC0"/>
                </a:solidFill>
                <a:latin typeface="Arial"/>
                <a:cs typeface="Arial"/>
              </a:rPr>
              <a:t>a	</a:t>
            </a:r>
            <a:r>
              <a:rPr sz="5400" b="1" i="1" spc="-10" dirty="0">
                <a:solidFill>
                  <a:srgbClr val="006FC0"/>
                </a:solidFill>
                <a:latin typeface="Arial"/>
                <a:cs typeface="Arial"/>
              </a:rPr>
              <a:t>single	codebase”</a:t>
            </a:r>
            <a:endParaRPr sz="5400" dirty="0">
              <a:latin typeface="Arial"/>
              <a:cs typeface="Arial"/>
            </a:endParaRPr>
          </a:p>
          <a:p>
            <a:pPr marL="7016115">
              <a:lnSpc>
                <a:spcPct val="100000"/>
              </a:lnSpc>
              <a:spcBef>
                <a:spcPts val="3170"/>
              </a:spcBef>
            </a:pPr>
            <a:r>
              <a:rPr sz="4400" b="1" i="1" dirty="0">
                <a:solidFill>
                  <a:srgbClr val="FF6C00"/>
                </a:solidFill>
                <a:latin typeface="Arial"/>
                <a:cs typeface="Arial"/>
              </a:rPr>
              <a:t>https</a:t>
            </a:r>
            <a:r>
              <a:rPr sz="4400" b="1" i="1" spc="-15" dirty="0">
                <a:solidFill>
                  <a:srgbClr val="FF6C00"/>
                </a:solidFill>
                <a:latin typeface="Arial"/>
                <a:cs typeface="Arial"/>
              </a:rPr>
              <a:t>:</a:t>
            </a:r>
            <a:r>
              <a:rPr sz="4400" b="1" i="1" dirty="0">
                <a:solidFill>
                  <a:srgbClr val="FF6C00"/>
                </a:solidFill>
                <a:latin typeface="Arial"/>
                <a:cs typeface="Arial"/>
              </a:rPr>
              <a:t>//flutter.dev</a:t>
            </a:r>
            <a:endParaRPr sz="4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3004290" cy="113690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6400" y="123970"/>
            <a:ext cx="9906000" cy="8889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err="1">
                <a:solidFill>
                  <a:srgbClr val="FFFF00"/>
                </a:solidFill>
              </a:rPr>
              <a:t>Evoluzione</a:t>
            </a:r>
            <a:r>
              <a:rPr spc="-55" dirty="0">
                <a:solidFill>
                  <a:srgbClr val="FFFF00"/>
                </a:solidFill>
              </a:rPr>
              <a:t> </a:t>
            </a:r>
            <a:r>
              <a:rPr dirty="0" err="1">
                <a:solidFill>
                  <a:srgbClr val="FFFF00"/>
                </a:solidFill>
              </a:rPr>
              <a:t>rapidissima</a:t>
            </a:r>
            <a:r>
              <a:rPr lang="it-IT" dirty="0">
                <a:solidFill>
                  <a:srgbClr val="FFFF00"/>
                </a:solidFill>
              </a:rPr>
              <a:t> </a:t>
            </a:r>
            <a:r>
              <a:rPr lang="it-IT" sz="2400" dirty="0">
                <a:solidFill>
                  <a:srgbClr val="FFFF00"/>
                </a:solidFill>
              </a:rPr>
              <a:t>(Gennaio 2021)</a:t>
            </a:r>
            <a:endParaRPr sz="2400" dirty="0">
              <a:solidFill>
                <a:srgbClr val="FFFF00"/>
              </a:solidFill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490982"/>
              </p:ext>
            </p:extLst>
          </p:nvPr>
        </p:nvGraphicFramePr>
        <p:xfrm>
          <a:off x="711200" y="1600200"/>
          <a:ext cx="11125200" cy="71970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92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159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28344">
                <a:tc>
                  <a:txBody>
                    <a:bodyPr/>
                    <a:lstStyle/>
                    <a:p>
                      <a:pPr marL="28575">
                        <a:lnSpc>
                          <a:spcPts val="8115"/>
                        </a:lnSpc>
                      </a:pPr>
                      <a:r>
                        <a:rPr sz="7200" b="1" spc="5" dirty="0">
                          <a:solidFill>
                            <a:srgbClr val="FF6700"/>
                          </a:solidFill>
                          <a:latin typeface="Arial"/>
                          <a:cs typeface="Arial"/>
                        </a:rPr>
                        <a:t>2017</a:t>
                      </a:r>
                      <a:endParaRPr sz="72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53975">
                      <a:solidFill>
                        <a:srgbClr val="FF6C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2590" algn="ctr">
                        <a:lnSpc>
                          <a:spcPts val="5305"/>
                        </a:lnSpc>
                      </a:pPr>
                      <a:r>
                        <a:rPr sz="4800" spc="-5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versione</a:t>
                      </a:r>
                      <a:r>
                        <a:rPr sz="4800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4800" spc="-5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alpha</a:t>
                      </a:r>
                      <a:endParaRPr sz="4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53975">
                      <a:solidFill>
                        <a:srgbClr val="FF6C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7194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sz="7200" b="1" spc="5" dirty="0">
                          <a:solidFill>
                            <a:srgbClr val="FF6700"/>
                          </a:solidFill>
                          <a:latin typeface="Arial"/>
                          <a:cs typeface="Arial"/>
                        </a:rPr>
                        <a:t>2018</a:t>
                      </a:r>
                      <a:endParaRPr sz="7200" dirty="0">
                        <a:latin typeface="Arial"/>
                        <a:cs typeface="Arial"/>
                      </a:endParaRPr>
                    </a:p>
                  </a:txBody>
                  <a:tcPr marL="0" marR="0" marT="198755" marB="0">
                    <a:lnT w="53975">
                      <a:solidFill>
                        <a:srgbClr val="FF6C00"/>
                      </a:solidFill>
                      <a:prstDash val="solid"/>
                    </a:lnT>
                    <a:lnB w="53975">
                      <a:solidFill>
                        <a:srgbClr val="FF67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1320" algn="ctr">
                        <a:lnSpc>
                          <a:spcPct val="100000"/>
                        </a:lnSpc>
                        <a:spcBef>
                          <a:spcPts val="1635"/>
                        </a:spcBef>
                      </a:pPr>
                      <a:r>
                        <a:rPr sz="4800" spc="-5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Flutter</a:t>
                      </a:r>
                      <a:r>
                        <a:rPr sz="4800" spc="20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4800" spc="-5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1.0</a:t>
                      </a:r>
                      <a:r>
                        <a:rPr sz="4800" spc="10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4800" spc="-5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(dicembre)</a:t>
                      </a:r>
                      <a:endParaRPr sz="4800" dirty="0">
                        <a:latin typeface="Arial"/>
                        <a:cs typeface="Arial"/>
                      </a:endParaRPr>
                    </a:p>
                  </a:txBody>
                  <a:tcPr marL="0" marR="0" marT="207645" marB="0">
                    <a:lnT w="53975">
                      <a:solidFill>
                        <a:srgbClr val="FF6C00"/>
                      </a:solidFill>
                      <a:prstDash val="solid"/>
                    </a:lnT>
                    <a:lnB w="53975">
                      <a:solidFill>
                        <a:srgbClr val="FF67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1263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7200" b="1" spc="5" dirty="0">
                          <a:solidFill>
                            <a:srgbClr val="FF6700"/>
                          </a:solidFill>
                          <a:latin typeface="Arial"/>
                          <a:cs typeface="Arial"/>
                        </a:rPr>
                        <a:t>2019</a:t>
                      </a:r>
                      <a:endParaRPr sz="7200" dirty="0">
                        <a:latin typeface="Arial"/>
                        <a:cs typeface="Arial"/>
                      </a:endParaRPr>
                    </a:p>
                  </a:txBody>
                  <a:tcPr marL="0" marR="0" marT="171450" marB="0">
                    <a:lnT w="53975">
                      <a:solidFill>
                        <a:srgbClr val="FF6700"/>
                      </a:solidFill>
                      <a:prstDash val="solid"/>
                    </a:lnT>
                    <a:lnB w="53975" cap="flat" cmpd="sng" algn="ctr">
                      <a:solidFill>
                        <a:srgbClr val="FF6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0720">
                        <a:lnSpc>
                          <a:spcPct val="100000"/>
                        </a:lnSpc>
                        <a:spcBef>
                          <a:spcPts val="3235"/>
                        </a:spcBef>
                      </a:pPr>
                      <a:r>
                        <a:rPr sz="4800" spc="-5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Flutter</a:t>
                      </a:r>
                      <a:r>
                        <a:rPr sz="4800" spc="15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4800" spc="-5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1.2</a:t>
                      </a:r>
                      <a:r>
                        <a:rPr sz="4800" spc="5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4800" spc="-5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(febbraio)</a:t>
                      </a:r>
                      <a:endParaRPr sz="4800" dirty="0">
                        <a:latin typeface="Arial"/>
                        <a:cs typeface="Arial"/>
                      </a:endParaRPr>
                    </a:p>
                    <a:p>
                      <a:pPr marL="782955">
                        <a:lnSpc>
                          <a:spcPts val="5715"/>
                        </a:lnSpc>
                        <a:spcBef>
                          <a:spcPts val="2885"/>
                        </a:spcBef>
                      </a:pPr>
                      <a:r>
                        <a:rPr sz="4800" spc="-5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Flutter</a:t>
                      </a:r>
                      <a:r>
                        <a:rPr sz="4800" spc="15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4800" spc="-5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1.5</a:t>
                      </a:r>
                      <a:r>
                        <a:rPr sz="4800" spc="5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4800" spc="-5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4800" spc="-5" dirty="0" err="1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maggio</a:t>
                      </a:r>
                      <a:r>
                        <a:rPr sz="4800" spc="-5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lang="it-IT" sz="4800" spc="-5" dirty="0">
                        <a:solidFill>
                          <a:srgbClr val="006FC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410845" marB="0">
                    <a:lnT w="53975">
                      <a:solidFill>
                        <a:srgbClr val="FF6700"/>
                      </a:solidFill>
                      <a:prstDash val="solid"/>
                    </a:lnT>
                    <a:lnB w="53975" cap="flat" cmpd="sng" algn="ctr">
                      <a:solidFill>
                        <a:srgbClr val="FF6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1263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lang="it-IT" sz="7200" b="1" spc="5" dirty="0">
                          <a:solidFill>
                            <a:srgbClr val="FF6700"/>
                          </a:solidFill>
                          <a:latin typeface="Arial"/>
                          <a:cs typeface="Arial"/>
                        </a:rPr>
                        <a:t>2021</a:t>
                      </a:r>
                      <a:endParaRPr lang="it-IT" sz="7200" dirty="0">
                        <a:latin typeface="Arial"/>
                        <a:cs typeface="Arial"/>
                      </a:endParaRPr>
                    </a:p>
                  </a:txBody>
                  <a:tcPr marL="0" marR="0" marT="171450" marB="0">
                    <a:lnT w="53975">
                      <a:solidFill>
                        <a:srgbClr val="FF67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82955">
                        <a:lnSpc>
                          <a:spcPts val="5715"/>
                        </a:lnSpc>
                        <a:spcBef>
                          <a:spcPts val="2885"/>
                        </a:spcBef>
                      </a:pPr>
                      <a:r>
                        <a:rPr lang="it-IT" sz="4800" spc="-5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Flutter 1.22.5 (Gennaio)</a:t>
                      </a:r>
                    </a:p>
                    <a:p>
                      <a:pPr marL="782955">
                        <a:lnSpc>
                          <a:spcPts val="5715"/>
                        </a:lnSpc>
                        <a:spcBef>
                          <a:spcPts val="2885"/>
                        </a:spcBef>
                      </a:pPr>
                      <a:r>
                        <a:rPr lang="it-IT" sz="4800" spc="-5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Dart 2.10.4</a:t>
                      </a:r>
                    </a:p>
                  </a:txBody>
                  <a:tcPr marL="0" marR="0" marT="410845" marB="0">
                    <a:lnT w="53975">
                      <a:solidFill>
                        <a:srgbClr val="FF67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6011364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85800" y="3479291"/>
            <a:ext cx="12319000" cy="6274435"/>
            <a:chOff x="685800" y="3479291"/>
            <a:chExt cx="12319000" cy="62744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56532" y="3607345"/>
              <a:ext cx="5506973" cy="540711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84320" y="3479291"/>
              <a:ext cx="3001518" cy="299237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97167" y="3509771"/>
              <a:ext cx="842124" cy="300151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561713" y="3911980"/>
              <a:ext cx="4912995" cy="4912995"/>
            </a:xfrm>
            <a:custGeom>
              <a:avLst/>
              <a:gdLst/>
              <a:ahLst/>
              <a:cxnLst/>
              <a:rect l="l" t="t" r="r" b="b"/>
              <a:pathLst>
                <a:path w="4912995" h="4912995">
                  <a:moveTo>
                    <a:pt x="2456307" y="0"/>
                  </a:moveTo>
                  <a:lnTo>
                    <a:pt x="2456307" y="2456434"/>
                  </a:lnTo>
                  <a:lnTo>
                    <a:pt x="0" y="2479675"/>
                  </a:lnTo>
                  <a:lnTo>
                    <a:pt x="929" y="2528263"/>
                  </a:lnTo>
                  <a:lnTo>
                    <a:pt x="2793" y="2576615"/>
                  </a:lnTo>
                  <a:lnTo>
                    <a:pt x="5583" y="2624721"/>
                  </a:lnTo>
                  <a:lnTo>
                    <a:pt x="9291" y="2672574"/>
                  </a:lnTo>
                  <a:lnTo>
                    <a:pt x="13907" y="2720164"/>
                  </a:lnTo>
                  <a:lnTo>
                    <a:pt x="19423" y="2767483"/>
                  </a:lnTo>
                  <a:lnTo>
                    <a:pt x="25830" y="2814522"/>
                  </a:lnTo>
                  <a:lnTo>
                    <a:pt x="33119" y="2861273"/>
                  </a:lnTo>
                  <a:lnTo>
                    <a:pt x="41283" y="2907727"/>
                  </a:lnTo>
                  <a:lnTo>
                    <a:pt x="50311" y="2953875"/>
                  </a:lnTo>
                  <a:lnTo>
                    <a:pt x="60195" y="2999708"/>
                  </a:lnTo>
                  <a:lnTo>
                    <a:pt x="70927" y="3045219"/>
                  </a:lnTo>
                  <a:lnTo>
                    <a:pt x="82498" y="3090398"/>
                  </a:lnTo>
                  <a:lnTo>
                    <a:pt x="94899" y="3135236"/>
                  </a:lnTo>
                  <a:lnTo>
                    <a:pt x="108121" y="3179726"/>
                  </a:lnTo>
                  <a:lnTo>
                    <a:pt x="122156" y="3223858"/>
                  </a:lnTo>
                  <a:lnTo>
                    <a:pt x="136994" y="3267623"/>
                  </a:lnTo>
                  <a:lnTo>
                    <a:pt x="152628" y="3311014"/>
                  </a:lnTo>
                  <a:lnTo>
                    <a:pt x="169048" y="3354021"/>
                  </a:lnTo>
                  <a:lnTo>
                    <a:pt x="186246" y="3396636"/>
                  </a:lnTo>
                  <a:lnTo>
                    <a:pt x="204213" y="3438850"/>
                  </a:lnTo>
                  <a:lnTo>
                    <a:pt x="222940" y="3480655"/>
                  </a:lnTo>
                  <a:lnTo>
                    <a:pt x="242418" y="3522041"/>
                  </a:lnTo>
                  <a:lnTo>
                    <a:pt x="262640" y="3563001"/>
                  </a:lnTo>
                  <a:lnTo>
                    <a:pt x="283595" y="3603525"/>
                  </a:lnTo>
                  <a:lnTo>
                    <a:pt x="305276" y="3643605"/>
                  </a:lnTo>
                  <a:lnTo>
                    <a:pt x="327673" y="3683232"/>
                  </a:lnTo>
                  <a:lnTo>
                    <a:pt x="350778" y="3722398"/>
                  </a:lnTo>
                  <a:lnTo>
                    <a:pt x="374582" y="3761094"/>
                  </a:lnTo>
                  <a:lnTo>
                    <a:pt x="399077" y="3799311"/>
                  </a:lnTo>
                  <a:lnTo>
                    <a:pt x="424253" y="3837040"/>
                  </a:lnTo>
                  <a:lnTo>
                    <a:pt x="450103" y="3874274"/>
                  </a:lnTo>
                  <a:lnTo>
                    <a:pt x="476616" y="3911003"/>
                  </a:lnTo>
                  <a:lnTo>
                    <a:pt x="503785" y="3947219"/>
                  </a:lnTo>
                  <a:lnTo>
                    <a:pt x="531601" y="3982913"/>
                  </a:lnTo>
                  <a:lnTo>
                    <a:pt x="560055" y="4018076"/>
                  </a:lnTo>
                  <a:lnTo>
                    <a:pt x="589138" y="4052700"/>
                  </a:lnTo>
                  <a:lnTo>
                    <a:pt x="618842" y="4086777"/>
                  </a:lnTo>
                  <a:lnTo>
                    <a:pt x="649158" y="4120296"/>
                  </a:lnTo>
                  <a:lnTo>
                    <a:pt x="680077" y="4153251"/>
                  </a:lnTo>
                  <a:lnTo>
                    <a:pt x="711590" y="4185632"/>
                  </a:lnTo>
                  <a:lnTo>
                    <a:pt x="743689" y="4217430"/>
                  </a:lnTo>
                  <a:lnTo>
                    <a:pt x="776365" y="4248637"/>
                  </a:lnTo>
                  <a:lnTo>
                    <a:pt x="809609" y="4279244"/>
                  </a:lnTo>
                  <a:lnTo>
                    <a:pt x="843412" y="4309243"/>
                  </a:lnTo>
                  <a:lnTo>
                    <a:pt x="877767" y="4338625"/>
                  </a:lnTo>
                  <a:lnTo>
                    <a:pt x="912663" y="4367381"/>
                  </a:lnTo>
                  <a:lnTo>
                    <a:pt x="948093" y="4395503"/>
                  </a:lnTo>
                  <a:lnTo>
                    <a:pt x="984047" y="4422982"/>
                  </a:lnTo>
                  <a:lnTo>
                    <a:pt x="1020517" y="4449809"/>
                  </a:lnTo>
                  <a:lnTo>
                    <a:pt x="1057494" y="4475976"/>
                  </a:lnTo>
                  <a:lnTo>
                    <a:pt x="1094970" y="4501474"/>
                  </a:lnTo>
                  <a:lnTo>
                    <a:pt x="1132935" y="4526294"/>
                  </a:lnTo>
                  <a:lnTo>
                    <a:pt x="1171382" y="4550428"/>
                  </a:lnTo>
                  <a:lnTo>
                    <a:pt x="1210300" y="4573867"/>
                  </a:lnTo>
                  <a:lnTo>
                    <a:pt x="1249682" y="4596603"/>
                  </a:lnTo>
                  <a:lnTo>
                    <a:pt x="1289519" y="4618626"/>
                  </a:lnTo>
                  <a:lnTo>
                    <a:pt x="1329802" y="4639929"/>
                  </a:lnTo>
                  <a:lnTo>
                    <a:pt x="1370522" y="4660502"/>
                  </a:lnTo>
                  <a:lnTo>
                    <a:pt x="1411671" y="4680337"/>
                  </a:lnTo>
                  <a:lnTo>
                    <a:pt x="1453239" y="4699426"/>
                  </a:lnTo>
                  <a:lnTo>
                    <a:pt x="1495219" y="4717758"/>
                  </a:lnTo>
                  <a:lnTo>
                    <a:pt x="1537601" y="4735327"/>
                  </a:lnTo>
                  <a:lnTo>
                    <a:pt x="1580377" y="4752123"/>
                  </a:lnTo>
                  <a:lnTo>
                    <a:pt x="1623537" y="4768138"/>
                  </a:lnTo>
                  <a:lnTo>
                    <a:pt x="1667074" y="4783363"/>
                  </a:lnTo>
                  <a:lnTo>
                    <a:pt x="1710979" y="4797789"/>
                  </a:lnTo>
                  <a:lnTo>
                    <a:pt x="1755242" y="4811407"/>
                  </a:lnTo>
                  <a:lnTo>
                    <a:pt x="1799855" y="4824210"/>
                  </a:lnTo>
                  <a:lnTo>
                    <a:pt x="1844810" y="4836188"/>
                  </a:lnTo>
                  <a:lnTo>
                    <a:pt x="1890097" y="4847333"/>
                  </a:lnTo>
                  <a:lnTo>
                    <a:pt x="1935708" y="4857636"/>
                  </a:lnTo>
                  <a:lnTo>
                    <a:pt x="1981634" y="4867089"/>
                  </a:lnTo>
                  <a:lnTo>
                    <a:pt x="2027866" y="4875682"/>
                  </a:lnTo>
                  <a:lnTo>
                    <a:pt x="2074397" y="4883408"/>
                  </a:lnTo>
                  <a:lnTo>
                    <a:pt x="2121216" y="4890256"/>
                  </a:lnTo>
                  <a:lnTo>
                    <a:pt x="2168315" y="4896220"/>
                  </a:lnTo>
                  <a:lnTo>
                    <a:pt x="2215686" y="4901290"/>
                  </a:lnTo>
                  <a:lnTo>
                    <a:pt x="2263319" y="4905458"/>
                  </a:lnTo>
                  <a:lnTo>
                    <a:pt x="2311207" y="4908714"/>
                  </a:lnTo>
                  <a:lnTo>
                    <a:pt x="2359340" y="4911051"/>
                  </a:lnTo>
                  <a:lnTo>
                    <a:pt x="2407709" y="4912460"/>
                  </a:lnTo>
                  <a:lnTo>
                    <a:pt x="2456307" y="4912931"/>
                  </a:lnTo>
                  <a:lnTo>
                    <a:pt x="2504651" y="4912465"/>
                  </a:lnTo>
                  <a:lnTo>
                    <a:pt x="2552768" y="4911072"/>
                  </a:lnTo>
                  <a:lnTo>
                    <a:pt x="2600650" y="4908761"/>
                  </a:lnTo>
                  <a:lnTo>
                    <a:pt x="2648288" y="4905541"/>
                  </a:lnTo>
                  <a:lnTo>
                    <a:pt x="2695673" y="4901419"/>
                  </a:lnTo>
                  <a:lnTo>
                    <a:pt x="2742797" y="4896405"/>
                  </a:lnTo>
                  <a:lnTo>
                    <a:pt x="2789651" y="4890507"/>
                  </a:lnTo>
                  <a:lnTo>
                    <a:pt x="2836228" y="4883734"/>
                  </a:lnTo>
                  <a:lnTo>
                    <a:pt x="2882517" y="4876093"/>
                  </a:lnTo>
                  <a:lnTo>
                    <a:pt x="2928511" y="4867595"/>
                  </a:lnTo>
                  <a:lnTo>
                    <a:pt x="2974202" y="4858246"/>
                  </a:lnTo>
                  <a:lnTo>
                    <a:pt x="3019580" y="4848056"/>
                  </a:lnTo>
                  <a:lnTo>
                    <a:pt x="3064637" y="4837033"/>
                  </a:lnTo>
                  <a:lnTo>
                    <a:pt x="3109365" y="4825186"/>
                  </a:lnTo>
                  <a:lnTo>
                    <a:pt x="3153754" y="4812524"/>
                  </a:lnTo>
                  <a:lnTo>
                    <a:pt x="3197798" y="4799054"/>
                  </a:lnTo>
                  <a:lnTo>
                    <a:pt x="3241486" y="4784785"/>
                  </a:lnTo>
                  <a:lnTo>
                    <a:pt x="3284811" y="4769727"/>
                  </a:lnTo>
                  <a:lnTo>
                    <a:pt x="3327764" y="4753886"/>
                  </a:lnTo>
                  <a:lnTo>
                    <a:pt x="3370336" y="4737273"/>
                  </a:lnTo>
                  <a:lnTo>
                    <a:pt x="3412519" y="4719895"/>
                  </a:lnTo>
                  <a:lnTo>
                    <a:pt x="3454305" y="4701761"/>
                  </a:lnTo>
                  <a:lnTo>
                    <a:pt x="3495684" y="4682880"/>
                  </a:lnTo>
                  <a:lnTo>
                    <a:pt x="3536648" y="4663259"/>
                  </a:lnTo>
                  <a:lnTo>
                    <a:pt x="3577190" y="4642909"/>
                  </a:lnTo>
                  <a:lnTo>
                    <a:pt x="3617299" y="4621836"/>
                  </a:lnTo>
                  <a:lnTo>
                    <a:pt x="3656968" y="4600050"/>
                  </a:lnTo>
                  <a:lnTo>
                    <a:pt x="3696189" y="4577559"/>
                  </a:lnTo>
                  <a:lnTo>
                    <a:pt x="3734952" y="4554372"/>
                  </a:lnTo>
                  <a:lnTo>
                    <a:pt x="3773249" y="4530497"/>
                  </a:lnTo>
                  <a:lnTo>
                    <a:pt x="3811071" y="4505943"/>
                  </a:lnTo>
                  <a:lnTo>
                    <a:pt x="3848411" y="4480719"/>
                  </a:lnTo>
                  <a:lnTo>
                    <a:pt x="3885259" y="4454832"/>
                  </a:lnTo>
                  <a:lnTo>
                    <a:pt x="3921607" y="4428291"/>
                  </a:lnTo>
                  <a:lnTo>
                    <a:pt x="3957446" y="4401106"/>
                  </a:lnTo>
                  <a:lnTo>
                    <a:pt x="3992768" y="4373283"/>
                  </a:lnTo>
                  <a:lnTo>
                    <a:pt x="4027565" y="4344833"/>
                  </a:lnTo>
                  <a:lnTo>
                    <a:pt x="4061828" y="4315763"/>
                  </a:lnTo>
                  <a:lnTo>
                    <a:pt x="4095547" y="4286083"/>
                  </a:lnTo>
                  <a:lnTo>
                    <a:pt x="4128716" y="4255800"/>
                  </a:lnTo>
                  <a:lnTo>
                    <a:pt x="4161324" y="4224923"/>
                  </a:lnTo>
                  <a:lnTo>
                    <a:pt x="4193365" y="4193460"/>
                  </a:lnTo>
                  <a:lnTo>
                    <a:pt x="4224828" y="4161421"/>
                  </a:lnTo>
                  <a:lnTo>
                    <a:pt x="4255707" y="4128813"/>
                  </a:lnTo>
                  <a:lnTo>
                    <a:pt x="4285991" y="4095646"/>
                  </a:lnTo>
                  <a:lnTo>
                    <a:pt x="4315673" y="4061927"/>
                  </a:lnTo>
                  <a:lnTo>
                    <a:pt x="4344744" y="4027666"/>
                  </a:lnTo>
                  <a:lnTo>
                    <a:pt x="4373195" y="3992870"/>
                  </a:lnTo>
                  <a:lnTo>
                    <a:pt x="4401018" y="3957549"/>
                  </a:lnTo>
                  <a:lnTo>
                    <a:pt x="4428205" y="3921711"/>
                  </a:lnTo>
                  <a:lnTo>
                    <a:pt x="4454747" y="3885364"/>
                  </a:lnTo>
                  <a:lnTo>
                    <a:pt x="4480634" y="3848517"/>
                  </a:lnTo>
                  <a:lnTo>
                    <a:pt x="4505860" y="3811179"/>
                  </a:lnTo>
                  <a:lnTo>
                    <a:pt x="4530415" y="3773357"/>
                  </a:lnTo>
                  <a:lnTo>
                    <a:pt x="4554291" y="3735061"/>
                  </a:lnTo>
                  <a:lnTo>
                    <a:pt x="4577479" y="3696299"/>
                  </a:lnTo>
                  <a:lnTo>
                    <a:pt x="4599971" y="3657080"/>
                  </a:lnTo>
                  <a:lnTo>
                    <a:pt x="4621758" y="3617412"/>
                  </a:lnTo>
                  <a:lnTo>
                    <a:pt x="4642832" y="3577303"/>
                  </a:lnTo>
                  <a:lnTo>
                    <a:pt x="4663183" y="3536763"/>
                  </a:lnTo>
                  <a:lnTo>
                    <a:pt x="4682805" y="3495799"/>
                  </a:lnTo>
                  <a:lnTo>
                    <a:pt x="4701687" y="3454421"/>
                  </a:lnTo>
                  <a:lnTo>
                    <a:pt x="4719822" y="3412636"/>
                  </a:lnTo>
                  <a:lnTo>
                    <a:pt x="4737200" y="3370454"/>
                  </a:lnTo>
                  <a:lnTo>
                    <a:pt x="4753814" y="3327883"/>
                  </a:lnTo>
                  <a:lnTo>
                    <a:pt x="4769656" y="3284931"/>
                  </a:lnTo>
                  <a:lnTo>
                    <a:pt x="4784715" y="3241607"/>
                  </a:lnTo>
                  <a:lnTo>
                    <a:pt x="4798984" y="3197919"/>
                  </a:lnTo>
                  <a:lnTo>
                    <a:pt x="4812455" y="3153876"/>
                  </a:lnTo>
                  <a:lnTo>
                    <a:pt x="4825118" y="3109487"/>
                  </a:lnTo>
                  <a:lnTo>
                    <a:pt x="4836966" y="3064760"/>
                  </a:lnTo>
                  <a:lnTo>
                    <a:pt x="4847989" y="3019703"/>
                  </a:lnTo>
                  <a:lnTo>
                    <a:pt x="4858179" y="2974326"/>
                  </a:lnTo>
                  <a:lnTo>
                    <a:pt x="4867529" y="2928636"/>
                  </a:lnTo>
                  <a:lnTo>
                    <a:pt x="4876028" y="2882642"/>
                  </a:lnTo>
                  <a:lnTo>
                    <a:pt x="4883669" y="2836353"/>
                  </a:lnTo>
                  <a:lnTo>
                    <a:pt x="4890442" y="2789777"/>
                  </a:lnTo>
                  <a:lnTo>
                    <a:pt x="4896341" y="2742923"/>
                  </a:lnTo>
                  <a:lnTo>
                    <a:pt x="4901355" y="2695799"/>
                  </a:lnTo>
                  <a:lnTo>
                    <a:pt x="4905477" y="2648414"/>
                  </a:lnTo>
                  <a:lnTo>
                    <a:pt x="4908697" y="2600777"/>
                  </a:lnTo>
                  <a:lnTo>
                    <a:pt x="4911008" y="2552895"/>
                  </a:lnTo>
                  <a:lnTo>
                    <a:pt x="4912401" y="2504778"/>
                  </a:lnTo>
                  <a:lnTo>
                    <a:pt x="4912868" y="2456434"/>
                  </a:lnTo>
                  <a:lnTo>
                    <a:pt x="4912401" y="2408094"/>
                  </a:lnTo>
                  <a:lnTo>
                    <a:pt x="4911008" y="2359981"/>
                  </a:lnTo>
                  <a:lnTo>
                    <a:pt x="4908697" y="2312103"/>
                  </a:lnTo>
                  <a:lnTo>
                    <a:pt x="4905477" y="2264469"/>
                  </a:lnTo>
                  <a:lnTo>
                    <a:pt x="4901355" y="2217088"/>
                  </a:lnTo>
                  <a:lnTo>
                    <a:pt x="4896341" y="2169968"/>
                  </a:lnTo>
                  <a:lnTo>
                    <a:pt x="4890442" y="2123118"/>
                  </a:lnTo>
                  <a:lnTo>
                    <a:pt x="4883669" y="2076545"/>
                  </a:lnTo>
                  <a:lnTo>
                    <a:pt x="4876028" y="2030260"/>
                  </a:lnTo>
                  <a:lnTo>
                    <a:pt x="4867529" y="1984269"/>
                  </a:lnTo>
                  <a:lnTo>
                    <a:pt x="4858179" y="1938582"/>
                  </a:lnTo>
                  <a:lnTo>
                    <a:pt x="4847989" y="1893207"/>
                  </a:lnTo>
                  <a:lnTo>
                    <a:pt x="4836966" y="1848153"/>
                  </a:lnTo>
                  <a:lnTo>
                    <a:pt x="4825118" y="1803429"/>
                  </a:lnTo>
                  <a:lnTo>
                    <a:pt x="4812455" y="1759042"/>
                  </a:lnTo>
                  <a:lnTo>
                    <a:pt x="4798984" y="1715002"/>
                  </a:lnTo>
                  <a:lnTo>
                    <a:pt x="4784715" y="1671316"/>
                  </a:lnTo>
                  <a:lnTo>
                    <a:pt x="4769656" y="1627994"/>
                  </a:lnTo>
                  <a:lnTo>
                    <a:pt x="4753814" y="1585044"/>
                  </a:lnTo>
                  <a:lnTo>
                    <a:pt x="4737200" y="1542475"/>
                  </a:lnTo>
                  <a:lnTo>
                    <a:pt x="4719822" y="1500294"/>
                  </a:lnTo>
                  <a:lnTo>
                    <a:pt x="4701687" y="1458511"/>
                  </a:lnTo>
                  <a:lnTo>
                    <a:pt x="4682805" y="1417134"/>
                  </a:lnTo>
                  <a:lnTo>
                    <a:pt x="4663183" y="1376172"/>
                  </a:lnTo>
                  <a:lnTo>
                    <a:pt x="4642832" y="1335633"/>
                  </a:lnTo>
                  <a:lnTo>
                    <a:pt x="4621758" y="1295526"/>
                  </a:lnTo>
                  <a:lnTo>
                    <a:pt x="4599971" y="1255859"/>
                  </a:lnTo>
                  <a:lnTo>
                    <a:pt x="4577479" y="1216641"/>
                  </a:lnTo>
                  <a:lnTo>
                    <a:pt x="4554291" y="1177880"/>
                  </a:lnTo>
                  <a:lnTo>
                    <a:pt x="4530415" y="1139585"/>
                  </a:lnTo>
                  <a:lnTo>
                    <a:pt x="4505860" y="1101764"/>
                  </a:lnTo>
                  <a:lnTo>
                    <a:pt x="4480634" y="1064426"/>
                  </a:lnTo>
                  <a:lnTo>
                    <a:pt x="4454747" y="1027580"/>
                  </a:lnTo>
                  <a:lnTo>
                    <a:pt x="4428205" y="991233"/>
                  </a:lnTo>
                  <a:lnTo>
                    <a:pt x="4401018" y="955396"/>
                  </a:lnTo>
                  <a:lnTo>
                    <a:pt x="4373195" y="920075"/>
                  </a:lnTo>
                  <a:lnTo>
                    <a:pt x="4344744" y="885280"/>
                  </a:lnTo>
                  <a:lnTo>
                    <a:pt x="4315673" y="851019"/>
                  </a:lnTo>
                  <a:lnTo>
                    <a:pt x="4285991" y="817300"/>
                  </a:lnTo>
                  <a:lnTo>
                    <a:pt x="4255707" y="784133"/>
                  </a:lnTo>
                  <a:lnTo>
                    <a:pt x="4224828" y="751525"/>
                  </a:lnTo>
                  <a:lnTo>
                    <a:pt x="4193365" y="719486"/>
                  </a:lnTo>
                  <a:lnTo>
                    <a:pt x="4161324" y="688024"/>
                  </a:lnTo>
                  <a:lnTo>
                    <a:pt x="4128716" y="657147"/>
                  </a:lnTo>
                  <a:lnTo>
                    <a:pt x="4095547" y="626863"/>
                  </a:lnTo>
                  <a:lnTo>
                    <a:pt x="4061828" y="597183"/>
                  </a:lnTo>
                  <a:lnTo>
                    <a:pt x="4027565" y="568113"/>
                  </a:lnTo>
                  <a:lnTo>
                    <a:pt x="3992768" y="539662"/>
                  </a:lnTo>
                  <a:lnTo>
                    <a:pt x="3957446" y="511840"/>
                  </a:lnTo>
                  <a:lnTo>
                    <a:pt x="3921607" y="484654"/>
                  </a:lnTo>
                  <a:lnTo>
                    <a:pt x="3885259" y="458113"/>
                  </a:lnTo>
                  <a:lnTo>
                    <a:pt x="3848411" y="432225"/>
                  </a:lnTo>
                  <a:lnTo>
                    <a:pt x="3811071" y="407000"/>
                  </a:lnTo>
                  <a:lnTo>
                    <a:pt x="3773249" y="382446"/>
                  </a:lnTo>
                  <a:lnTo>
                    <a:pt x="3734952" y="358571"/>
                  </a:lnTo>
                  <a:lnTo>
                    <a:pt x="3696189" y="335383"/>
                  </a:lnTo>
                  <a:lnTo>
                    <a:pt x="3656968" y="312892"/>
                  </a:lnTo>
                  <a:lnTo>
                    <a:pt x="3617299" y="291105"/>
                  </a:lnTo>
                  <a:lnTo>
                    <a:pt x="3577190" y="270032"/>
                  </a:lnTo>
                  <a:lnTo>
                    <a:pt x="3536648" y="249681"/>
                  </a:lnTo>
                  <a:lnTo>
                    <a:pt x="3495684" y="230060"/>
                  </a:lnTo>
                  <a:lnTo>
                    <a:pt x="3454305" y="211178"/>
                  </a:lnTo>
                  <a:lnTo>
                    <a:pt x="3412519" y="193043"/>
                  </a:lnTo>
                  <a:lnTo>
                    <a:pt x="3370336" y="175665"/>
                  </a:lnTo>
                  <a:lnTo>
                    <a:pt x="3327764" y="159051"/>
                  </a:lnTo>
                  <a:lnTo>
                    <a:pt x="3284811" y="143210"/>
                  </a:lnTo>
                  <a:lnTo>
                    <a:pt x="3241486" y="128151"/>
                  </a:lnTo>
                  <a:lnTo>
                    <a:pt x="3197798" y="113882"/>
                  </a:lnTo>
                  <a:lnTo>
                    <a:pt x="3153754" y="100411"/>
                  </a:lnTo>
                  <a:lnTo>
                    <a:pt x="3109365" y="87748"/>
                  </a:lnTo>
                  <a:lnTo>
                    <a:pt x="3064637" y="75901"/>
                  </a:lnTo>
                  <a:lnTo>
                    <a:pt x="3019580" y="64878"/>
                  </a:lnTo>
                  <a:lnTo>
                    <a:pt x="2974202" y="54687"/>
                  </a:lnTo>
                  <a:lnTo>
                    <a:pt x="2928511" y="45338"/>
                  </a:lnTo>
                  <a:lnTo>
                    <a:pt x="2882517" y="36839"/>
                  </a:lnTo>
                  <a:lnTo>
                    <a:pt x="2836228" y="29198"/>
                  </a:lnTo>
                  <a:lnTo>
                    <a:pt x="2789651" y="22425"/>
                  </a:lnTo>
                  <a:lnTo>
                    <a:pt x="2742797" y="16526"/>
                  </a:lnTo>
                  <a:lnTo>
                    <a:pt x="2695673" y="11512"/>
                  </a:lnTo>
                  <a:lnTo>
                    <a:pt x="2648288" y="7390"/>
                  </a:lnTo>
                  <a:lnTo>
                    <a:pt x="2600650" y="4170"/>
                  </a:lnTo>
                  <a:lnTo>
                    <a:pt x="2552768" y="1859"/>
                  </a:lnTo>
                  <a:lnTo>
                    <a:pt x="2504651" y="466"/>
                  </a:lnTo>
                  <a:lnTo>
                    <a:pt x="2456307" y="0"/>
                  </a:lnTo>
                  <a:close/>
                </a:path>
              </a:pathLst>
            </a:custGeom>
            <a:solidFill>
              <a:srgbClr val="00A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365116" y="3750436"/>
              <a:ext cx="2456815" cy="2456180"/>
            </a:xfrm>
            <a:custGeom>
              <a:avLst/>
              <a:gdLst/>
              <a:ahLst/>
              <a:cxnLst/>
              <a:rect l="l" t="t" r="r" b="b"/>
              <a:pathLst>
                <a:path w="2456815" h="2456179">
                  <a:moveTo>
                    <a:pt x="2116328" y="0"/>
                  </a:moveTo>
                  <a:lnTo>
                    <a:pt x="2068247" y="7198"/>
                  </a:lnTo>
                  <a:lnTo>
                    <a:pt x="2020503" y="15301"/>
                  </a:lnTo>
                  <a:lnTo>
                    <a:pt x="1973105" y="24300"/>
                  </a:lnTo>
                  <a:lnTo>
                    <a:pt x="1926060" y="34185"/>
                  </a:lnTo>
                  <a:lnTo>
                    <a:pt x="1879376" y="44946"/>
                  </a:lnTo>
                  <a:lnTo>
                    <a:pt x="1833063" y="56574"/>
                  </a:lnTo>
                  <a:lnTo>
                    <a:pt x="1787128" y="69059"/>
                  </a:lnTo>
                  <a:lnTo>
                    <a:pt x="1741579" y="82392"/>
                  </a:lnTo>
                  <a:lnTo>
                    <a:pt x="1696425" y="96563"/>
                  </a:lnTo>
                  <a:lnTo>
                    <a:pt x="1651674" y="111563"/>
                  </a:lnTo>
                  <a:lnTo>
                    <a:pt x="1607333" y="127382"/>
                  </a:lnTo>
                  <a:lnTo>
                    <a:pt x="1563412" y="144011"/>
                  </a:lnTo>
                  <a:lnTo>
                    <a:pt x="1519918" y="161439"/>
                  </a:lnTo>
                  <a:lnTo>
                    <a:pt x="1476860" y="179659"/>
                  </a:lnTo>
                  <a:lnTo>
                    <a:pt x="1434246" y="198659"/>
                  </a:lnTo>
                  <a:lnTo>
                    <a:pt x="1392083" y="218431"/>
                  </a:lnTo>
                  <a:lnTo>
                    <a:pt x="1350381" y="238965"/>
                  </a:lnTo>
                  <a:lnTo>
                    <a:pt x="1309147" y="260252"/>
                  </a:lnTo>
                  <a:lnTo>
                    <a:pt x="1268390" y="282281"/>
                  </a:lnTo>
                  <a:lnTo>
                    <a:pt x="1228118" y="305043"/>
                  </a:lnTo>
                  <a:lnTo>
                    <a:pt x="1188339" y="328530"/>
                  </a:lnTo>
                  <a:lnTo>
                    <a:pt x="1149061" y="352731"/>
                  </a:lnTo>
                  <a:lnTo>
                    <a:pt x="1110292" y="377636"/>
                  </a:lnTo>
                  <a:lnTo>
                    <a:pt x="1072042" y="403237"/>
                  </a:lnTo>
                  <a:lnTo>
                    <a:pt x="1034317" y="429524"/>
                  </a:lnTo>
                  <a:lnTo>
                    <a:pt x="997126" y="456486"/>
                  </a:lnTo>
                  <a:lnTo>
                    <a:pt x="960478" y="484116"/>
                  </a:lnTo>
                  <a:lnTo>
                    <a:pt x="924380" y="512402"/>
                  </a:lnTo>
                  <a:lnTo>
                    <a:pt x="888841" y="541336"/>
                  </a:lnTo>
                  <a:lnTo>
                    <a:pt x="853869" y="570908"/>
                  </a:lnTo>
                  <a:lnTo>
                    <a:pt x="819472" y="601108"/>
                  </a:lnTo>
                  <a:lnTo>
                    <a:pt x="785658" y="631928"/>
                  </a:lnTo>
                  <a:lnTo>
                    <a:pt x="752436" y="663357"/>
                  </a:lnTo>
                  <a:lnTo>
                    <a:pt x="719814" y="695386"/>
                  </a:lnTo>
                  <a:lnTo>
                    <a:pt x="687799" y="728005"/>
                  </a:lnTo>
                  <a:lnTo>
                    <a:pt x="656401" y="761205"/>
                  </a:lnTo>
                  <a:lnTo>
                    <a:pt x="625628" y="794976"/>
                  </a:lnTo>
                  <a:lnTo>
                    <a:pt x="595487" y="829310"/>
                  </a:lnTo>
                  <a:lnTo>
                    <a:pt x="565986" y="864195"/>
                  </a:lnTo>
                  <a:lnTo>
                    <a:pt x="537135" y="899623"/>
                  </a:lnTo>
                  <a:lnTo>
                    <a:pt x="508941" y="935584"/>
                  </a:lnTo>
                  <a:lnTo>
                    <a:pt x="481413" y="972069"/>
                  </a:lnTo>
                  <a:lnTo>
                    <a:pt x="454558" y="1009068"/>
                  </a:lnTo>
                  <a:lnTo>
                    <a:pt x="428385" y="1046572"/>
                  </a:lnTo>
                  <a:lnTo>
                    <a:pt x="402902" y="1084570"/>
                  </a:lnTo>
                  <a:lnTo>
                    <a:pt x="378117" y="1123054"/>
                  </a:lnTo>
                  <a:lnTo>
                    <a:pt x="354039" y="1162014"/>
                  </a:lnTo>
                  <a:lnTo>
                    <a:pt x="330676" y="1201441"/>
                  </a:lnTo>
                  <a:lnTo>
                    <a:pt x="308035" y="1241324"/>
                  </a:lnTo>
                  <a:lnTo>
                    <a:pt x="286126" y="1281655"/>
                  </a:lnTo>
                  <a:lnTo>
                    <a:pt x="264956" y="1322424"/>
                  </a:lnTo>
                  <a:lnTo>
                    <a:pt x="244534" y="1363621"/>
                  </a:lnTo>
                  <a:lnTo>
                    <a:pt x="224867" y="1405237"/>
                  </a:lnTo>
                  <a:lnTo>
                    <a:pt x="205964" y="1447261"/>
                  </a:lnTo>
                  <a:lnTo>
                    <a:pt x="187833" y="1489686"/>
                  </a:lnTo>
                  <a:lnTo>
                    <a:pt x="170483" y="1532501"/>
                  </a:lnTo>
                  <a:lnTo>
                    <a:pt x="153922" y="1575696"/>
                  </a:lnTo>
                  <a:lnTo>
                    <a:pt x="138157" y="1619263"/>
                  </a:lnTo>
                  <a:lnTo>
                    <a:pt x="123197" y="1663191"/>
                  </a:lnTo>
                  <a:lnTo>
                    <a:pt x="109050" y="1707471"/>
                  </a:lnTo>
                  <a:lnTo>
                    <a:pt x="95725" y="1752094"/>
                  </a:lnTo>
                  <a:lnTo>
                    <a:pt x="83229" y="1797050"/>
                  </a:lnTo>
                  <a:lnTo>
                    <a:pt x="71572" y="1842329"/>
                  </a:lnTo>
                  <a:lnTo>
                    <a:pt x="60760" y="1887922"/>
                  </a:lnTo>
                  <a:lnTo>
                    <a:pt x="50803" y="1933819"/>
                  </a:lnTo>
                  <a:lnTo>
                    <a:pt x="41708" y="1980011"/>
                  </a:lnTo>
                  <a:lnTo>
                    <a:pt x="33483" y="2026489"/>
                  </a:lnTo>
                  <a:lnTo>
                    <a:pt x="26138" y="2073242"/>
                  </a:lnTo>
                  <a:lnTo>
                    <a:pt x="19680" y="2120262"/>
                  </a:lnTo>
                  <a:lnTo>
                    <a:pt x="14117" y="2167538"/>
                  </a:lnTo>
                  <a:lnTo>
                    <a:pt x="9457" y="2215061"/>
                  </a:lnTo>
                  <a:lnTo>
                    <a:pt x="5709" y="2262823"/>
                  </a:lnTo>
                  <a:lnTo>
                    <a:pt x="2881" y="2310812"/>
                  </a:lnTo>
                  <a:lnTo>
                    <a:pt x="982" y="2359019"/>
                  </a:lnTo>
                  <a:lnTo>
                    <a:pt x="18" y="2407436"/>
                  </a:lnTo>
                  <a:lnTo>
                    <a:pt x="0" y="2456053"/>
                  </a:lnTo>
                  <a:lnTo>
                    <a:pt x="2456434" y="2432812"/>
                  </a:lnTo>
                  <a:lnTo>
                    <a:pt x="2116328" y="0"/>
                  </a:lnTo>
                  <a:close/>
                </a:path>
              </a:pathLst>
            </a:custGeom>
            <a:solidFill>
              <a:srgbClr val="16E7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555866" y="3790949"/>
              <a:ext cx="340360" cy="2456815"/>
            </a:xfrm>
            <a:custGeom>
              <a:avLst/>
              <a:gdLst/>
              <a:ahLst/>
              <a:cxnLst/>
              <a:rect l="l" t="t" r="r" b="b"/>
              <a:pathLst>
                <a:path w="340359" h="2456815">
                  <a:moveTo>
                    <a:pt x="340105" y="0"/>
                  </a:moveTo>
                  <a:lnTo>
                    <a:pt x="291348" y="482"/>
                  </a:lnTo>
                  <a:lnTo>
                    <a:pt x="242621" y="1928"/>
                  </a:lnTo>
                  <a:lnTo>
                    <a:pt x="193941" y="4338"/>
                  </a:lnTo>
                  <a:lnTo>
                    <a:pt x="145324" y="7713"/>
                  </a:lnTo>
                  <a:lnTo>
                    <a:pt x="96784" y="12052"/>
                  </a:lnTo>
                  <a:lnTo>
                    <a:pt x="48337" y="17354"/>
                  </a:lnTo>
                  <a:lnTo>
                    <a:pt x="0" y="23622"/>
                  </a:lnTo>
                  <a:lnTo>
                    <a:pt x="340105" y="2456434"/>
                  </a:lnTo>
                  <a:lnTo>
                    <a:pt x="340105" y="0"/>
                  </a:lnTo>
                  <a:close/>
                </a:path>
              </a:pathLst>
            </a:custGeom>
            <a:solidFill>
              <a:srgbClr val="60D7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20940" y="7011936"/>
              <a:ext cx="789444" cy="49071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46847" y="7037832"/>
              <a:ext cx="687324" cy="388619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3004290" cy="1136903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429380" y="178457"/>
            <a:ext cx="7035420" cy="88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00"/>
                </a:solidFill>
              </a:rPr>
              <a:t>Il</a:t>
            </a:r>
            <a:r>
              <a:rPr spc="-45" dirty="0">
                <a:solidFill>
                  <a:srgbClr val="FFFF00"/>
                </a:solidFill>
              </a:rPr>
              <a:t> </a:t>
            </a:r>
            <a:r>
              <a:rPr dirty="0">
                <a:solidFill>
                  <a:srgbClr val="FFFF00"/>
                </a:solidFill>
              </a:rPr>
              <a:t>mobile</a:t>
            </a:r>
            <a:r>
              <a:rPr spc="-45" dirty="0">
                <a:solidFill>
                  <a:srgbClr val="FFFF00"/>
                </a:solidFill>
              </a:rPr>
              <a:t> </a:t>
            </a:r>
            <a:r>
              <a:rPr dirty="0" err="1">
                <a:solidFill>
                  <a:srgbClr val="FFFF00"/>
                </a:solidFill>
              </a:rPr>
              <a:t>oggi</a:t>
            </a:r>
            <a:r>
              <a:rPr lang="it-IT" dirty="0">
                <a:solidFill>
                  <a:srgbClr val="FFFF00"/>
                </a:solidFill>
              </a:rPr>
              <a:t>  </a:t>
            </a:r>
            <a:r>
              <a:rPr lang="it-IT" sz="3200" dirty="0">
                <a:solidFill>
                  <a:srgbClr val="FFFF00"/>
                </a:solidFill>
              </a:rPr>
              <a:t>(Gennaio 2021)</a:t>
            </a:r>
            <a:endParaRPr sz="3200" dirty="0">
              <a:solidFill>
                <a:srgbClr val="FFFF00"/>
              </a:solidFill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5000" y="1537715"/>
            <a:ext cx="115062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0" marR="5080" indent="-2972435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6FC0"/>
                </a:solidFill>
                <a:latin typeface="Arial"/>
                <a:cs typeface="Arial"/>
              </a:rPr>
              <a:t>Flutter</a:t>
            </a:r>
            <a:r>
              <a:rPr sz="3600" spc="-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lang="it-IT" sz="3600" spc="-5" dirty="0">
                <a:solidFill>
                  <a:srgbClr val="006FC0"/>
                </a:solidFill>
                <a:latin typeface="Arial"/>
                <a:cs typeface="Arial"/>
              </a:rPr>
              <a:t>(Framework) e Dart (Linguaggio) n</a:t>
            </a:r>
            <a:r>
              <a:rPr sz="3600" spc="-5" dirty="0" err="1">
                <a:solidFill>
                  <a:srgbClr val="006FC0"/>
                </a:solidFill>
                <a:latin typeface="Arial"/>
                <a:cs typeface="Arial"/>
              </a:rPr>
              <a:t>asc</a:t>
            </a:r>
            <a:r>
              <a:rPr lang="it-IT" sz="3600" spc="-5" dirty="0" err="1">
                <a:solidFill>
                  <a:srgbClr val="006FC0"/>
                </a:solidFill>
                <a:latin typeface="Arial"/>
                <a:cs typeface="Arial"/>
              </a:rPr>
              <a:t>ono</a:t>
            </a:r>
            <a:r>
              <a:rPr sz="360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3600" spc="-10" dirty="0">
                <a:solidFill>
                  <a:srgbClr val="006FC0"/>
                </a:solidFill>
                <a:latin typeface="Arial"/>
                <a:cs typeface="Arial"/>
              </a:rPr>
              <a:t>per</a:t>
            </a:r>
            <a:r>
              <a:rPr sz="360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3600" spc="-5" dirty="0">
                <a:solidFill>
                  <a:srgbClr val="006FC0"/>
                </a:solidFill>
                <a:latin typeface="Arial"/>
                <a:cs typeface="Arial"/>
              </a:rPr>
              <a:t>creare</a:t>
            </a:r>
            <a:r>
              <a:rPr sz="360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3600" spc="-5" dirty="0">
                <a:solidFill>
                  <a:srgbClr val="006FC0"/>
                </a:solidFill>
                <a:latin typeface="Arial"/>
                <a:cs typeface="Arial"/>
              </a:rPr>
              <a:t>app</a:t>
            </a:r>
            <a:r>
              <a:rPr sz="360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3600" spc="-5" dirty="0">
                <a:solidFill>
                  <a:srgbClr val="006FC0"/>
                </a:solidFill>
                <a:latin typeface="Arial"/>
                <a:cs typeface="Arial"/>
              </a:rPr>
              <a:t>mobile </a:t>
            </a:r>
            <a:r>
              <a:rPr sz="3600" spc="-148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3600" spc="-5" dirty="0">
                <a:solidFill>
                  <a:srgbClr val="006FC0"/>
                </a:solidFill>
                <a:latin typeface="Arial"/>
                <a:cs typeface="Arial"/>
              </a:rPr>
              <a:t>multipiattaforma</a:t>
            </a:r>
            <a:endParaRPr sz="36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46847" y="7037831"/>
            <a:ext cx="687705" cy="3886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20"/>
              </a:spcBef>
            </a:pP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75%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521452" y="5161800"/>
            <a:ext cx="789940" cy="490855"/>
            <a:chOff x="5521452" y="5161800"/>
            <a:chExt cx="789940" cy="490855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21452" y="5161800"/>
              <a:ext cx="789444" cy="49071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47360" y="5187696"/>
              <a:ext cx="687324" cy="38862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5547359" y="5187696"/>
            <a:ext cx="687705" cy="38862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41910">
              <a:lnSpc>
                <a:spcPct val="100000"/>
              </a:lnSpc>
              <a:spcBef>
                <a:spcPts val="10"/>
              </a:spcBef>
            </a:pP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23%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525768" y="4802136"/>
            <a:ext cx="620395" cy="490855"/>
            <a:chOff x="6525768" y="4802136"/>
            <a:chExt cx="620395" cy="490855"/>
          </a:xfrm>
        </p:grpSpPr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25768" y="4802136"/>
              <a:ext cx="620242" cy="49071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51676" y="4828032"/>
              <a:ext cx="518159" cy="38862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6551676" y="4828032"/>
            <a:ext cx="518159" cy="38862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"/>
              </a:spcBef>
            </a:pP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2%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217420" y="4799076"/>
            <a:ext cx="7995284" cy="3991610"/>
            <a:chOff x="2217420" y="4799076"/>
            <a:chExt cx="7995284" cy="3991610"/>
          </a:xfrm>
        </p:grpSpPr>
        <p:sp>
          <p:nvSpPr>
            <p:cNvPr id="24" name="object 24"/>
            <p:cNvSpPr/>
            <p:nvPr/>
          </p:nvSpPr>
          <p:spPr>
            <a:xfrm>
              <a:off x="2217420" y="4799076"/>
              <a:ext cx="154305" cy="152400"/>
            </a:xfrm>
            <a:custGeom>
              <a:avLst/>
              <a:gdLst/>
              <a:ahLst/>
              <a:cxnLst/>
              <a:rect l="l" t="t" r="r" b="b"/>
              <a:pathLst>
                <a:path w="154305" h="152400">
                  <a:moveTo>
                    <a:pt x="153924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3924" y="152400"/>
                  </a:lnTo>
                  <a:lnTo>
                    <a:pt x="153924" y="0"/>
                  </a:lnTo>
                  <a:close/>
                </a:path>
              </a:pathLst>
            </a:custGeom>
            <a:solidFill>
              <a:srgbClr val="00A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217420" y="5352288"/>
              <a:ext cx="154305" cy="152400"/>
            </a:xfrm>
            <a:custGeom>
              <a:avLst/>
              <a:gdLst/>
              <a:ahLst/>
              <a:cxnLst/>
              <a:rect l="l" t="t" r="r" b="b"/>
              <a:pathLst>
                <a:path w="154305" h="152400">
                  <a:moveTo>
                    <a:pt x="153924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3924" y="152400"/>
                  </a:lnTo>
                  <a:lnTo>
                    <a:pt x="153924" y="0"/>
                  </a:lnTo>
                  <a:close/>
                </a:path>
              </a:pathLst>
            </a:custGeom>
            <a:solidFill>
              <a:srgbClr val="16E7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217420" y="5905500"/>
              <a:ext cx="154305" cy="152400"/>
            </a:xfrm>
            <a:custGeom>
              <a:avLst/>
              <a:gdLst/>
              <a:ahLst/>
              <a:cxnLst/>
              <a:rect l="l" t="t" r="r" b="b"/>
              <a:pathLst>
                <a:path w="154305" h="152400">
                  <a:moveTo>
                    <a:pt x="153924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3924" y="152400"/>
                  </a:lnTo>
                  <a:lnTo>
                    <a:pt x="153924" y="0"/>
                  </a:lnTo>
                  <a:close/>
                </a:path>
              </a:pathLst>
            </a:custGeom>
            <a:solidFill>
              <a:srgbClr val="60D7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011412" y="8348472"/>
              <a:ext cx="1200911" cy="441959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2430272" y="4468097"/>
            <a:ext cx="1974214" cy="1685289"/>
          </a:xfrm>
          <a:prstGeom prst="rect">
            <a:avLst/>
          </a:prstGeom>
        </p:spPr>
        <p:txBody>
          <a:bodyPr vert="horz" wrap="square" lIns="0" tIns="199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Android</a:t>
            </a:r>
            <a:r>
              <a:rPr sz="2400" spc="-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(75%)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2400" dirty="0">
                <a:solidFill>
                  <a:srgbClr val="404040"/>
                </a:solidFill>
                <a:latin typeface="Arial"/>
                <a:cs typeface="Arial"/>
              </a:rPr>
              <a:t>iOS</a:t>
            </a:r>
            <a:r>
              <a:rPr sz="2400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(23%)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Altri</a:t>
            </a:r>
            <a:r>
              <a:rPr sz="2400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"/>
                <a:cs typeface="Arial"/>
              </a:rPr>
              <a:t>(2%)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5118" y="0"/>
            <a:ext cx="10754360" cy="6261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8000" dirty="0">
                <a:solidFill>
                  <a:srgbClr val="FFFFFF"/>
                </a:solidFill>
                <a:latin typeface="Arial"/>
                <a:cs typeface="Arial"/>
              </a:rPr>
              <a:t>Un</a:t>
            </a:r>
            <a:r>
              <a:rPr sz="80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0" dirty="0">
                <a:solidFill>
                  <a:srgbClr val="FFFFFF"/>
                </a:solidFill>
                <a:latin typeface="Arial"/>
                <a:cs typeface="Arial"/>
              </a:rPr>
              <a:t>solo</a:t>
            </a:r>
            <a:r>
              <a:rPr sz="8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0" dirty="0">
                <a:solidFill>
                  <a:srgbClr val="FFFFFF"/>
                </a:solidFill>
                <a:latin typeface="Arial"/>
                <a:cs typeface="Arial"/>
              </a:rPr>
              <a:t>progetto</a:t>
            </a:r>
            <a:endParaRPr sz="8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9300">
              <a:latin typeface="Arial"/>
              <a:cs typeface="Arial"/>
            </a:endParaRPr>
          </a:p>
          <a:p>
            <a:pPr marL="1905" algn="ctr">
              <a:lnSpc>
                <a:spcPct val="100000"/>
              </a:lnSpc>
            </a:pPr>
            <a:r>
              <a:rPr sz="8000" b="1" dirty="0">
                <a:solidFill>
                  <a:srgbClr val="006FC0"/>
                </a:solidFill>
                <a:latin typeface="Arial"/>
                <a:cs typeface="Arial"/>
              </a:rPr>
              <a:t>1</a:t>
            </a:r>
            <a:r>
              <a:rPr sz="8000" b="1" spc="-4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8000" b="1" dirty="0">
                <a:solidFill>
                  <a:srgbClr val="006FC0"/>
                </a:solidFill>
                <a:latin typeface="Arial"/>
                <a:cs typeface="Arial"/>
              </a:rPr>
              <a:t>codebase</a:t>
            </a:r>
            <a:endParaRPr sz="8000">
              <a:latin typeface="Arial"/>
              <a:cs typeface="Arial"/>
            </a:endParaRPr>
          </a:p>
          <a:p>
            <a:pPr marL="635" algn="ctr">
              <a:lnSpc>
                <a:spcPct val="100000"/>
              </a:lnSpc>
            </a:pPr>
            <a:r>
              <a:rPr sz="8000" b="1" dirty="0">
                <a:solidFill>
                  <a:srgbClr val="006FC0"/>
                </a:solidFill>
                <a:latin typeface="Arial"/>
                <a:cs typeface="Arial"/>
              </a:rPr>
              <a:t>=</a:t>
            </a:r>
            <a:endParaRPr sz="8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tabLst>
                <a:tab pos="6889115" algn="l"/>
              </a:tabLst>
            </a:pPr>
            <a:r>
              <a:rPr sz="8000" b="1" spc="-5" dirty="0">
                <a:solidFill>
                  <a:srgbClr val="006FC0"/>
                </a:solidFill>
                <a:latin typeface="Arial"/>
                <a:cs typeface="Arial"/>
              </a:rPr>
              <a:t>tante</a:t>
            </a:r>
            <a:r>
              <a:rPr sz="8000" b="1" spc="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8000" b="1" spc="-5" dirty="0">
                <a:solidFill>
                  <a:srgbClr val="006FC0"/>
                </a:solidFill>
                <a:latin typeface="Arial"/>
                <a:cs typeface="Arial"/>
              </a:rPr>
              <a:t>versioni	dell’app</a:t>
            </a:r>
            <a:endParaRPr sz="80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863340" y="1316974"/>
            <a:ext cx="6540500" cy="2644775"/>
            <a:chOff x="3863340" y="1316974"/>
            <a:chExt cx="6540500" cy="2644775"/>
          </a:xfrm>
        </p:grpSpPr>
        <p:sp>
          <p:nvSpPr>
            <p:cNvPr id="4" name="object 4"/>
            <p:cNvSpPr/>
            <p:nvPr/>
          </p:nvSpPr>
          <p:spPr>
            <a:xfrm>
              <a:off x="3918966" y="2483358"/>
              <a:ext cx="5327015" cy="1422400"/>
            </a:xfrm>
            <a:custGeom>
              <a:avLst/>
              <a:gdLst/>
              <a:ahLst/>
              <a:cxnLst/>
              <a:rect l="l" t="t" r="r" b="b"/>
              <a:pathLst>
                <a:path w="5327015" h="1422400">
                  <a:moveTo>
                    <a:pt x="0" y="1422400"/>
                  </a:moveTo>
                  <a:lnTo>
                    <a:pt x="5326761" y="0"/>
                  </a:lnTo>
                </a:path>
                <a:path w="5327015" h="1422400">
                  <a:moveTo>
                    <a:pt x="0" y="0"/>
                  </a:moveTo>
                  <a:lnTo>
                    <a:pt x="5181600" y="1422400"/>
                  </a:lnTo>
                </a:path>
              </a:pathLst>
            </a:custGeom>
            <a:ln w="111252">
              <a:solidFill>
                <a:srgbClr val="FF67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52696" y="1316974"/>
              <a:ext cx="5851144" cy="1246266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55"/>
              </a:lnSpc>
            </a:pPr>
            <a:r>
              <a:rPr spc="-5" dirty="0"/>
              <a:t>#deegito2019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3004290" cy="113690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29487" y="178457"/>
            <a:ext cx="11548745" cy="88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00"/>
                </a:solidFill>
              </a:rPr>
              <a:t>Limiti</a:t>
            </a:r>
            <a:r>
              <a:rPr spc="-35" dirty="0">
                <a:solidFill>
                  <a:srgbClr val="FFFF00"/>
                </a:solidFill>
              </a:rPr>
              <a:t> </a:t>
            </a:r>
            <a:r>
              <a:rPr dirty="0">
                <a:solidFill>
                  <a:srgbClr val="FFFF00"/>
                </a:solidFill>
              </a:rPr>
              <a:t>del</a:t>
            </a:r>
            <a:r>
              <a:rPr spc="-35" dirty="0">
                <a:solidFill>
                  <a:srgbClr val="FFFF00"/>
                </a:solidFill>
              </a:rPr>
              <a:t> </a:t>
            </a:r>
            <a:r>
              <a:rPr dirty="0">
                <a:solidFill>
                  <a:srgbClr val="FFFF00"/>
                </a:solidFill>
              </a:rPr>
              <a:t>multipiattaforma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74421" y="1567942"/>
            <a:ext cx="12454890" cy="2738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2644" algn="l"/>
                <a:tab pos="2664460" algn="l"/>
                <a:tab pos="3571240" algn="l"/>
                <a:tab pos="7068820" algn="l"/>
              </a:tabLst>
            </a:pPr>
            <a:r>
              <a:rPr sz="5400" dirty="0">
                <a:solidFill>
                  <a:srgbClr val="006FC0"/>
                </a:solidFill>
                <a:latin typeface="Arial"/>
                <a:cs typeface="Arial"/>
              </a:rPr>
              <a:t>A	</a:t>
            </a:r>
            <a:r>
              <a:rPr sz="5400" spc="-5" dirty="0">
                <a:solidFill>
                  <a:srgbClr val="006FC0"/>
                </a:solidFill>
                <a:latin typeface="Arial"/>
                <a:cs typeface="Arial"/>
              </a:rPr>
              <a:t>volte	le	tecnologie	</a:t>
            </a:r>
            <a:r>
              <a:rPr sz="5400" b="1" spc="-5" dirty="0">
                <a:solidFill>
                  <a:srgbClr val="FF6700"/>
                </a:solidFill>
                <a:latin typeface="Arial"/>
                <a:cs typeface="Arial"/>
              </a:rPr>
              <a:t>multipiattaforma</a:t>
            </a:r>
            <a:endParaRPr sz="5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5400" spc="-5" dirty="0">
                <a:solidFill>
                  <a:srgbClr val="006FC0"/>
                </a:solidFill>
                <a:latin typeface="Arial"/>
                <a:cs typeface="Arial"/>
              </a:rPr>
              <a:t>hanno</a:t>
            </a:r>
            <a:r>
              <a:rPr sz="5400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5400" spc="-5" dirty="0">
                <a:solidFill>
                  <a:srgbClr val="006FC0"/>
                </a:solidFill>
                <a:latin typeface="Arial"/>
                <a:cs typeface="Arial"/>
              </a:rPr>
              <a:t>evidenziato</a:t>
            </a:r>
            <a:r>
              <a:rPr sz="5400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5400" b="1" dirty="0">
                <a:solidFill>
                  <a:srgbClr val="FF6700"/>
                </a:solidFill>
                <a:latin typeface="Arial"/>
                <a:cs typeface="Arial"/>
              </a:rPr>
              <a:t>problemi</a:t>
            </a:r>
            <a:r>
              <a:rPr sz="5400" b="1" spc="-20" dirty="0">
                <a:solidFill>
                  <a:srgbClr val="FF6700"/>
                </a:solidFill>
                <a:latin typeface="Arial"/>
                <a:cs typeface="Arial"/>
              </a:rPr>
              <a:t> </a:t>
            </a:r>
            <a:r>
              <a:rPr sz="5400" dirty="0">
                <a:solidFill>
                  <a:srgbClr val="006FC0"/>
                </a:solidFill>
                <a:latin typeface="Arial"/>
                <a:cs typeface="Arial"/>
              </a:rPr>
              <a:t>in</a:t>
            </a:r>
            <a:r>
              <a:rPr sz="5400" spc="-5" dirty="0">
                <a:solidFill>
                  <a:srgbClr val="006FC0"/>
                </a:solidFill>
                <a:latin typeface="Arial"/>
                <a:cs typeface="Arial"/>
              </a:rPr>
              <a:t> quanto</a:t>
            </a:r>
            <a:r>
              <a:rPr sz="5400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5400" spc="-5" dirty="0">
                <a:solidFill>
                  <a:srgbClr val="006FC0"/>
                </a:solidFill>
                <a:latin typeface="Arial"/>
                <a:cs typeface="Arial"/>
              </a:rPr>
              <a:t>a:</a:t>
            </a:r>
            <a:endParaRPr sz="5400" dirty="0">
              <a:latin typeface="Arial"/>
              <a:cs typeface="Arial"/>
            </a:endParaRPr>
          </a:p>
          <a:p>
            <a:pPr marL="698500" indent="-685800">
              <a:lnSpc>
                <a:spcPct val="100000"/>
              </a:lnSpc>
              <a:spcBef>
                <a:spcPts val="1920"/>
              </a:spcBef>
              <a:buChar char="•"/>
              <a:tabLst>
                <a:tab pos="697865" algn="l"/>
                <a:tab pos="698500" algn="l"/>
              </a:tabLst>
            </a:pPr>
            <a:r>
              <a:rPr sz="5400" spc="-5" dirty="0">
                <a:solidFill>
                  <a:srgbClr val="006FC0"/>
                </a:solidFill>
                <a:latin typeface="Arial"/>
                <a:cs typeface="Arial"/>
              </a:rPr>
              <a:t>prestazioni</a:t>
            </a:r>
            <a:endParaRPr sz="54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4421" y="4524578"/>
            <a:ext cx="3723640" cy="2738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 marR="5080" indent="-685800">
              <a:lnSpc>
                <a:spcPct val="100000"/>
              </a:lnSpc>
              <a:spcBef>
                <a:spcPts val="100"/>
              </a:spcBef>
              <a:buChar char="•"/>
              <a:tabLst>
                <a:tab pos="697865" algn="l"/>
                <a:tab pos="698500" algn="l"/>
              </a:tabLst>
            </a:pPr>
            <a:r>
              <a:rPr sz="5400" dirty="0">
                <a:solidFill>
                  <a:srgbClr val="006FC0"/>
                </a:solidFill>
                <a:latin typeface="Arial"/>
                <a:cs typeface="Arial"/>
              </a:rPr>
              <a:t>uniformità  </a:t>
            </a:r>
            <a:r>
              <a:rPr sz="5400" spc="-5" dirty="0">
                <a:solidFill>
                  <a:srgbClr val="006FC0"/>
                </a:solidFill>
                <a:latin typeface="Arial"/>
                <a:cs typeface="Arial"/>
              </a:rPr>
              <a:t>operativo</a:t>
            </a:r>
            <a:endParaRPr sz="5400">
              <a:latin typeface="Arial"/>
              <a:cs typeface="Arial"/>
            </a:endParaRPr>
          </a:p>
          <a:p>
            <a:pPr marL="698500" indent="-685800">
              <a:lnSpc>
                <a:spcPct val="100000"/>
              </a:lnSpc>
              <a:spcBef>
                <a:spcPts val="1925"/>
              </a:spcBef>
              <a:buChar char="•"/>
              <a:tabLst>
                <a:tab pos="697865" algn="l"/>
                <a:tab pos="698500" algn="l"/>
              </a:tabLst>
            </a:pPr>
            <a:r>
              <a:rPr sz="5400" dirty="0">
                <a:solidFill>
                  <a:srgbClr val="006FC0"/>
                </a:solidFill>
                <a:latin typeface="Arial"/>
                <a:cs typeface="Arial"/>
              </a:rPr>
              <a:t>accesso</a:t>
            </a:r>
            <a:endParaRPr sz="5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63948" y="4524578"/>
            <a:ext cx="8571230" cy="2738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350" algn="r">
              <a:lnSpc>
                <a:spcPct val="100000"/>
              </a:lnSpc>
              <a:spcBef>
                <a:spcPts val="100"/>
              </a:spcBef>
              <a:tabLst>
                <a:tab pos="3013075" algn="l"/>
                <a:tab pos="4768850" algn="l"/>
                <a:tab pos="5724525" algn="l"/>
              </a:tabLst>
            </a:pPr>
            <a:r>
              <a:rPr sz="5400" dirty="0">
                <a:solidFill>
                  <a:srgbClr val="006FC0"/>
                </a:solidFill>
                <a:latin typeface="Arial"/>
                <a:cs typeface="Arial"/>
              </a:rPr>
              <a:t>estetica	con	</a:t>
            </a:r>
            <a:r>
              <a:rPr sz="5400" spc="-5" dirty="0">
                <a:solidFill>
                  <a:srgbClr val="006FC0"/>
                </a:solidFill>
                <a:latin typeface="Arial"/>
                <a:cs typeface="Arial"/>
              </a:rPr>
              <a:t>il	sistema</a:t>
            </a:r>
            <a:endParaRPr sz="5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73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tabLst>
                <a:tab pos="4384675" algn="l"/>
                <a:tab pos="5454650" algn="l"/>
                <a:tab pos="7629525" algn="l"/>
              </a:tabLst>
            </a:pPr>
            <a:r>
              <a:rPr sz="5400" spc="-5" dirty="0">
                <a:solidFill>
                  <a:srgbClr val="006FC0"/>
                </a:solidFill>
                <a:latin typeface="Arial"/>
                <a:cs typeface="Arial"/>
              </a:rPr>
              <a:t>all’hardwar</a:t>
            </a:r>
            <a:r>
              <a:rPr sz="5400" dirty="0">
                <a:solidFill>
                  <a:srgbClr val="006FC0"/>
                </a:solidFill>
                <a:latin typeface="Arial"/>
                <a:cs typeface="Arial"/>
              </a:rPr>
              <a:t>e	e	strati	più</a:t>
            </a:r>
            <a:endParaRPr sz="5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60221" y="7238238"/>
            <a:ext cx="856234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5" dirty="0">
                <a:solidFill>
                  <a:srgbClr val="006FC0"/>
                </a:solidFill>
                <a:latin typeface="Arial"/>
                <a:cs typeface="Arial"/>
              </a:rPr>
              <a:t>interni</a:t>
            </a:r>
            <a:r>
              <a:rPr sz="5400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5400" spc="-5" dirty="0">
                <a:solidFill>
                  <a:srgbClr val="006FC0"/>
                </a:solidFill>
                <a:latin typeface="Arial"/>
                <a:cs typeface="Arial"/>
              </a:rPr>
              <a:t>del</a:t>
            </a:r>
            <a:r>
              <a:rPr sz="5400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5400" dirty="0">
                <a:solidFill>
                  <a:srgbClr val="006FC0"/>
                </a:solidFill>
                <a:latin typeface="Arial"/>
                <a:cs typeface="Arial"/>
              </a:rPr>
              <a:t>sistema</a:t>
            </a:r>
            <a:r>
              <a:rPr sz="5400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5400" spc="-5" dirty="0">
                <a:solidFill>
                  <a:srgbClr val="006FC0"/>
                </a:solidFill>
                <a:latin typeface="Arial"/>
                <a:cs typeface="Arial"/>
              </a:rPr>
              <a:t>operativo</a:t>
            </a:r>
            <a:endParaRPr sz="5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142474"/>
            <a:ext cx="13004292" cy="61112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3004290" cy="1136903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ctrTitle"/>
          </p:nvPr>
        </p:nvSpPr>
        <p:spPr>
          <a:xfrm>
            <a:off x="711200" y="8041"/>
            <a:ext cx="10228325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z="7200" dirty="0">
                <a:solidFill>
                  <a:srgbClr val="FFFF00"/>
                </a:solidFill>
              </a:rPr>
              <a:t>Prestazioni</a:t>
            </a:r>
            <a:r>
              <a:rPr sz="7200" spc="-75" dirty="0">
                <a:solidFill>
                  <a:srgbClr val="FFFF00"/>
                </a:solidFill>
              </a:rPr>
              <a:t> </a:t>
            </a:r>
            <a:r>
              <a:rPr sz="7200" dirty="0">
                <a:solidFill>
                  <a:srgbClr val="FFFF00"/>
                </a:solidFill>
              </a:rPr>
              <a:t>«native»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48408" y="2519933"/>
            <a:ext cx="9512935" cy="3683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4610" marR="5080" indent="-1312545">
              <a:lnSpc>
                <a:spcPct val="100000"/>
              </a:lnSpc>
              <a:spcBef>
                <a:spcPts val="100"/>
              </a:spcBef>
            </a:pPr>
            <a:r>
              <a:rPr sz="12000" b="1" dirty="0">
                <a:solidFill>
                  <a:srgbClr val="006FC0"/>
                </a:solidFill>
                <a:latin typeface="Arial"/>
                <a:cs typeface="Arial"/>
              </a:rPr>
              <a:t>App</a:t>
            </a:r>
            <a:r>
              <a:rPr sz="12000" b="1" spc="-9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2000" b="1" dirty="0">
                <a:solidFill>
                  <a:srgbClr val="006FC0"/>
                </a:solidFill>
                <a:latin typeface="Arial"/>
                <a:cs typeface="Arial"/>
              </a:rPr>
              <a:t>«native» </a:t>
            </a:r>
            <a:r>
              <a:rPr sz="12000" b="1" spc="-33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2000" b="1" spc="-5" dirty="0">
                <a:solidFill>
                  <a:srgbClr val="006FC0"/>
                </a:solidFill>
                <a:latin typeface="Arial"/>
                <a:cs typeface="Arial"/>
              </a:rPr>
              <a:t>davvero!!</a:t>
            </a:r>
            <a:endParaRPr sz="1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710940"/>
            <a:ext cx="13004800" cy="6042660"/>
            <a:chOff x="0" y="3710940"/>
            <a:chExt cx="13004800" cy="60426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8592" y="3710940"/>
              <a:ext cx="990600" cy="990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59052" y="5449824"/>
              <a:ext cx="1254252" cy="10287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56003" y="7226808"/>
              <a:ext cx="1257299" cy="1257299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13004290" cy="113690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904236" y="124291"/>
            <a:ext cx="6777990" cy="88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00"/>
                </a:solidFill>
              </a:rPr>
              <a:t>Chi</a:t>
            </a:r>
            <a:r>
              <a:rPr spc="-40" dirty="0">
                <a:solidFill>
                  <a:srgbClr val="FFFF00"/>
                </a:solidFill>
              </a:rPr>
              <a:t> </a:t>
            </a:r>
            <a:r>
              <a:rPr dirty="0">
                <a:solidFill>
                  <a:srgbClr val="FFFF00"/>
                </a:solidFill>
              </a:rPr>
              <a:t>usa</a:t>
            </a:r>
            <a:r>
              <a:rPr spc="-40" dirty="0">
                <a:solidFill>
                  <a:srgbClr val="FFFF00"/>
                </a:solidFill>
              </a:rPr>
              <a:t> </a:t>
            </a:r>
            <a:r>
              <a:rPr dirty="0">
                <a:solidFill>
                  <a:srgbClr val="FFFF00"/>
                </a:solidFill>
              </a:rPr>
              <a:t>Flutter?</a:t>
            </a: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8283" y="1706879"/>
            <a:ext cx="2875788" cy="12573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053078" y="1888997"/>
            <a:ext cx="6777990" cy="6202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15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solidFill>
                  <a:srgbClr val="006FC0"/>
                </a:solidFill>
                <a:latin typeface="Arial"/>
                <a:cs typeface="Arial"/>
              </a:rPr>
              <a:t>Alibaba</a:t>
            </a:r>
            <a:endParaRPr sz="5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6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5400" b="1" dirty="0">
                <a:solidFill>
                  <a:srgbClr val="006FC0"/>
                </a:solidFill>
                <a:latin typeface="Arial"/>
                <a:cs typeface="Arial"/>
              </a:rPr>
              <a:t>Reflectly</a:t>
            </a:r>
            <a:endParaRPr sz="5400">
              <a:latin typeface="Arial"/>
              <a:cs typeface="Arial"/>
            </a:endParaRPr>
          </a:p>
          <a:p>
            <a:pPr marL="57150" marR="5080" indent="-45085">
              <a:lnSpc>
                <a:spcPct val="213600"/>
              </a:lnSpc>
            </a:pPr>
            <a:r>
              <a:rPr sz="5400" b="1" dirty="0">
                <a:solidFill>
                  <a:srgbClr val="006FC0"/>
                </a:solidFill>
                <a:latin typeface="Arial"/>
                <a:cs typeface="Arial"/>
              </a:rPr>
              <a:t>Google </a:t>
            </a:r>
            <a:r>
              <a:rPr sz="5400" b="1" spc="-5" dirty="0">
                <a:solidFill>
                  <a:srgbClr val="006FC0"/>
                </a:solidFill>
                <a:latin typeface="Arial"/>
                <a:cs typeface="Arial"/>
              </a:rPr>
              <a:t>Greentea </a:t>
            </a:r>
            <a:r>
              <a:rPr sz="5400" b="1" dirty="0">
                <a:solidFill>
                  <a:srgbClr val="006FC0"/>
                </a:solidFill>
                <a:latin typeface="Arial"/>
                <a:cs typeface="Arial"/>
              </a:rPr>
              <a:t> Abbey</a:t>
            </a:r>
            <a:r>
              <a:rPr sz="5400" b="1" spc="-3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5400" b="1" dirty="0">
                <a:solidFill>
                  <a:srgbClr val="006FC0"/>
                </a:solidFill>
                <a:latin typeface="Arial"/>
                <a:cs typeface="Arial"/>
              </a:rPr>
              <a:t>Road</a:t>
            </a:r>
            <a:r>
              <a:rPr sz="5400" b="1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5400" b="1" spc="-5" dirty="0">
                <a:solidFill>
                  <a:srgbClr val="006FC0"/>
                </a:solidFill>
                <a:latin typeface="Arial"/>
                <a:cs typeface="Arial"/>
              </a:rPr>
              <a:t>Studios</a:t>
            </a:r>
            <a:endParaRPr sz="54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77861" y="1322958"/>
            <a:ext cx="5717667" cy="42245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516798"/>
            <a:ext cx="13004292" cy="4236798"/>
            <a:chOff x="0" y="5516798"/>
            <a:chExt cx="13004292" cy="4236798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516798"/>
              <a:ext cx="13004292" cy="423679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23904" y="7752588"/>
              <a:ext cx="1307592" cy="1123188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3004290" cy="1136903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89331" y="178457"/>
            <a:ext cx="12232005" cy="88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00"/>
                </a:solidFill>
              </a:rPr>
              <a:t>Hamilton,</a:t>
            </a:r>
            <a:r>
              <a:rPr spc="-20" dirty="0">
                <a:solidFill>
                  <a:srgbClr val="FFFF00"/>
                </a:solidFill>
              </a:rPr>
              <a:t> </a:t>
            </a:r>
            <a:r>
              <a:rPr dirty="0">
                <a:solidFill>
                  <a:srgbClr val="FFFF00"/>
                </a:solidFill>
              </a:rPr>
              <a:t>un</a:t>
            </a:r>
            <a:r>
              <a:rPr spc="-20" dirty="0">
                <a:solidFill>
                  <a:srgbClr val="FFFF00"/>
                </a:solidFill>
              </a:rPr>
              <a:t> </a:t>
            </a:r>
            <a:r>
              <a:rPr spc="5" dirty="0">
                <a:solidFill>
                  <a:srgbClr val="FFFF00"/>
                </a:solidFill>
              </a:rPr>
              <a:t>caso</a:t>
            </a:r>
            <a:r>
              <a:rPr spc="-15" dirty="0">
                <a:solidFill>
                  <a:srgbClr val="FFFF00"/>
                </a:solidFill>
              </a:rPr>
              <a:t> </a:t>
            </a:r>
            <a:r>
              <a:rPr dirty="0">
                <a:solidFill>
                  <a:srgbClr val="FFFF00"/>
                </a:solidFill>
              </a:rPr>
              <a:t>di</a:t>
            </a:r>
            <a:r>
              <a:rPr spc="-20" dirty="0">
                <a:solidFill>
                  <a:srgbClr val="FFFF00"/>
                </a:solidFill>
              </a:rPr>
              <a:t> </a:t>
            </a:r>
            <a:r>
              <a:rPr dirty="0">
                <a:solidFill>
                  <a:srgbClr val="FFFF00"/>
                </a:solidFill>
              </a:rPr>
              <a:t>studio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72872" y="1415047"/>
            <a:ext cx="12219305" cy="2969895"/>
          </a:xfrm>
          <a:prstGeom prst="rect">
            <a:avLst/>
          </a:prstGeom>
        </p:spPr>
        <p:txBody>
          <a:bodyPr vert="horz" wrap="square" lIns="0" tIns="3759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960"/>
              </a:spcBef>
            </a:pPr>
            <a:r>
              <a:rPr sz="5400" b="1" dirty="0">
                <a:solidFill>
                  <a:srgbClr val="006FC0"/>
                </a:solidFill>
                <a:latin typeface="Arial"/>
                <a:cs typeface="Arial"/>
              </a:rPr>
              <a:t>Sviluppata</a:t>
            </a:r>
            <a:r>
              <a:rPr sz="5400" b="1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5400" b="1" dirty="0">
                <a:solidFill>
                  <a:srgbClr val="006FC0"/>
                </a:solidFill>
                <a:latin typeface="Arial"/>
                <a:cs typeface="Arial"/>
              </a:rPr>
              <a:t>con</a:t>
            </a:r>
            <a:r>
              <a:rPr sz="5400" b="1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5400" b="1" dirty="0">
                <a:solidFill>
                  <a:srgbClr val="006FC0"/>
                </a:solidFill>
                <a:latin typeface="Arial"/>
                <a:cs typeface="Arial"/>
              </a:rPr>
              <a:t>Flutter</a:t>
            </a:r>
            <a:r>
              <a:rPr sz="5400" b="1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5400" b="1" dirty="0">
                <a:solidFill>
                  <a:srgbClr val="006FC0"/>
                </a:solidFill>
                <a:latin typeface="Arial"/>
                <a:cs typeface="Arial"/>
              </a:rPr>
              <a:t>in</a:t>
            </a:r>
            <a:r>
              <a:rPr sz="5400" b="1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5400" b="1" spc="-5" dirty="0">
                <a:solidFill>
                  <a:srgbClr val="006FC0"/>
                </a:solidFill>
                <a:latin typeface="Arial"/>
                <a:cs typeface="Arial"/>
              </a:rPr>
              <a:t>soli</a:t>
            </a:r>
            <a:r>
              <a:rPr sz="5400" b="1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5400" b="1" spc="-5" dirty="0">
                <a:solidFill>
                  <a:srgbClr val="006FC0"/>
                </a:solidFill>
                <a:latin typeface="Arial"/>
                <a:cs typeface="Arial"/>
              </a:rPr>
              <a:t>tre</a:t>
            </a:r>
            <a:r>
              <a:rPr sz="5400" b="1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5400" b="1" spc="-5" dirty="0">
                <a:solidFill>
                  <a:srgbClr val="006FC0"/>
                </a:solidFill>
                <a:latin typeface="Arial"/>
                <a:cs typeface="Arial"/>
              </a:rPr>
              <a:t>mesi</a:t>
            </a:r>
            <a:endParaRPr sz="5400">
              <a:latin typeface="Arial"/>
              <a:cs typeface="Arial"/>
            </a:endParaRPr>
          </a:p>
          <a:p>
            <a:pPr marL="635" algn="ctr">
              <a:lnSpc>
                <a:spcPct val="100000"/>
              </a:lnSpc>
              <a:spcBef>
                <a:spcPts val="4240"/>
              </a:spcBef>
            </a:pPr>
            <a:r>
              <a:rPr sz="8000" b="1" dirty="0">
                <a:solidFill>
                  <a:srgbClr val="FF6700"/>
                </a:solidFill>
                <a:latin typeface="Arial"/>
                <a:cs typeface="Arial"/>
              </a:rPr>
              <a:t>+1</a:t>
            </a:r>
            <a:r>
              <a:rPr sz="8000" b="1" spc="-20" dirty="0">
                <a:solidFill>
                  <a:srgbClr val="FF6700"/>
                </a:solidFill>
                <a:latin typeface="Arial"/>
                <a:cs typeface="Arial"/>
              </a:rPr>
              <a:t> </a:t>
            </a:r>
            <a:r>
              <a:rPr sz="8000" b="1" dirty="0">
                <a:solidFill>
                  <a:srgbClr val="FF6700"/>
                </a:solidFill>
                <a:latin typeface="Arial"/>
                <a:cs typeface="Arial"/>
              </a:rPr>
              <a:t>milione</a:t>
            </a:r>
            <a:r>
              <a:rPr sz="8000" b="1" spc="-15" dirty="0">
                <a:solidFill>
                  <a:srgbClr val="FF6700"/>
                </a:solidFill>
                <a:latin typeface="Arial"/>
                <a:cs typeface="Arial"/>
              </a:rPr>
              <a:t> </a:t>
            </a:r>
            <a:r>
              <a:rPr sz="8000" b="1" dirty="0">
                <a:solidFill>
                  <a:srgbClr val="FF6700"/>
                </a:solidFill>
                <a:latin typeface="Arial"/>
                <a:cs typeface="Arial"/>
              </a:rPr>
              <a:t>di</a:t>
            </a:r>
            <a:r>
              <a:rPr sz="8000" b="1" spc="-15" dirty="0">
                <a:solidFill>
                  <a:srgbClr val="FF6700"/>
                </a:solidFill>
                <a:latin typeface="Arial"/>
                <a:cs typeface="Arial"/>
              </a:rPr>
              <a:t> </a:t>
            </a:r>
            <a:r>
              <a:rPr sz="8000" b="1" dirty="0">
                <a:solidFill>
                  <a:srgbClr val="FF6700"/>
                </a:solidFill>
                <a:latin typeface="Arial"/>
                <a:cs typeface="Arial"/>
              </a:rPr>
              <a:t>download</a:t>
            </a:r>
            <a:endParaRPr sz="8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7887" y="2659379"/>
            <a:ext cx="12376785" cy="7094220"/>
            <a:chOff x="627887" y="2659379"/>
            <a:chExt cx="12376785" cy="7094220"/>
          </a:xfrm>
        </p:grpSpPr>
        <p:sp>
          <p:nvSpPr>
            <p:cNvPr id="3" name="object 3"/>
            <p:cNvSpPr/>
            <p:nvPr/>
          </p:nvSpPr>
          <p:spPr>
            <a:xfrm>
              <a:off x="646938" y="2678429"/>
              <a:ext cx="9465945" cy="5781040"/>
            </a:xfrm>
            <a:custGeom>
              <a:avLst/>
              <a:gdLst/>
              <a:ahLst/>
              <a:cxnLst/>
              <a:rect l="l" t="t" r="r" b="b"/>
              <a:pathLst>
                <a:path w="9465945" h="5781040">
                  <a:moveTo>
                    <a:pt x="9465564" y="1987042"/>
                  </a:moveTo>
                  <a:lnTo>
                    <a:pt x="0" y="1987042"/>
                  </a:lnTo>
                  <a:lnTo>
                    <a:pt x="0" y="5780532"/>
                  </a:lnTo>
                  <a:lnTo>
                    <a:pt x="9465564" y="5780532"/>
                  </a:lnTo>
                  <a:lnTo>
                    <a:pt x="9465564" y="1987042"/>
                  </a:lnTo>
                  <a:close/>
                </a:path>
                <a:path w="9465945" h="5781040">
                  <a:moveTo>
                    <a:pt x="9465564" y="0"/>
                  </a:moveTo>
                  <a:lnTo>
                    <a:pt x="0" y="0"/>
                  </a:lnTo>
                  <a:lnTo>
                    <a:pt x="0" y="1924050"/>
                  </a:lnTo>
                  <a:lnTo>
                    <a:pt x="9465564" y="1924050"/>
                  </a:lnTo>
                  <a:lnTo>
                    <a:pt x="9465564" y="0"/>
                  </a:lnTo>
                  <a:close/>
                </a:path>
              </a:pathLst>
            </a:custGeom>
            <a:solidFill>
              <a:srgbClr val="D0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46937" y="2678429"/>
              <a:ext cx="9465945" cy="5781040"/>
            </a:xfrm>
            <a:custGeom>
              <a:avLst/>
              <a:gdLst/>
              <a:ahLst/>
              <a:cxnLst/>
              <a:rect l="l" t="t" r="r" b="b"/>
              <a:pathLst>
                <a:path w="9465945" h="5781040">
                  <a:moveTo>
                    <a:pt x="0" y="5780532"/>
                  </a:moveTo>
                  <a:lnTo>
                    <a:pt x="9465564" y="5780532"/>
                  </a:lnTo>
                  <a:lnTo>
                    <a:pt x="9465564" y="0"/>
                  </a:lnTo>
                  <a:lnTo>
                    <a:pt x="0" y="0"/>
                  </a:lnTo>
                  <a:lnTo>
                    <a:pt x="0" y="5780532"/>
                  </a:lnTo>
                  <a:close/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3004290" cy="113690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831339" y="178457"/>
            <a:ext cx="9342755" cy="88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00"/>
                </a:solidFill>
              </a:rPr>
              <a:t>Sviluppare</a:t>
            </a:r>
            <a:r>
              <a:rPr spc="-40" dirty="0">
                <a:solidFill>
                  <a:srgbClr val="FFFF00"/>
                </a:solidFill>
              </a:rPr>
              <a:t> </a:t>
            </a:r>
            <a:r>
              <a:rPr dirty="0">
                <a:solidFill>
                  <a:srgbClr val="FFFF00"/>
                </a:solidFill>
              </a:rPr>
              <a:t>su</a:t>
            </a:r>
            <a:r>
              <a:rPr spc="-35" dirty="0">
                <a:solidFill>
                  <a:srgbClr val="FFFF00"/>
                </a:solidFill>
              </a:rPr>
              <a:t> </a:t>
            </a:r>
            <a:r>
              <a:rPr spc="-5" dirty="0">
                <a:solidFill>
                  <a:srgbClr val="FFFF00"/>
                </a:solidFill>
              </a:rPr>
              <a:t>Flutter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79526" y="1632966"/>
            <a:ext cx="114890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5" dirty="0">
                <a:solidFill>
                  <a:srgbClr val="006FC0"/>
                </a:solidFill>
                <a:latin typeface="Arial"/>
                <a:cs typeface="Arial"/>
              </a:rPr>
              <a:t>Flutter</a:t>
            </a:r>
            <a:r>
              <a:rPr sz="4800" b="1" spc="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4800" b="1" spc="-5" dirty="0">
                <a:solidFill>
                  <a:srgbClr val="006FC0"/>
                </a:solidFill>
                <a:latin typeface="Arial"/>
                <a:cs typeface="Arial"/>
              </a:rPr>
              <a:t>si</a:t>
            </a:r>
            <a:r>
              <a:rPr sz="4800" b="1" spc="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4800" b="1" dirty="0">
                <a:solidFill>
                  <a:srgbClr val="006FC0"/>
                </a:solidFill>
                <a:latin typeface="Arial"/>
                <a:cs typeface="Arial"/>
              </a:rPr>
              <a:t>programma</a:t>
            </a:r>
            <a:r>
              <a:rPr sz="4800" b="1" spc="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4800" b="1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4800" b="1" spc="-5" dirty="0">
                <a:solidFill>
                  <a:srgbClr val="006FC0"/>
                </a:solidFill>
                <a:latin typeface="Arial"/>
                <a:cs typeface="Arial"/>
              </a:rPr>
              <a:t>linguaggio</a:t>
            </a:r>
            <a:r>
              <a:rPr sz="4800" b="1" spc="7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4800" b="1" spc="-5" dirty="0">
                <a:solidFill>
                  <a:srgbClr val="FF6700"/>
                </a:solidFill>
                <a:latin typeface="Arial"/>
                <a:cs typeface="Arial"/>
              </a:rPr>
              <a:t>Dart</a:t>
            </a:r>
            <a:endParaRPr sz="4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3063" y="2887979"/>
            <a:ext cx="8997950" cy="1487805"/>
          </a:xfrm>
          <a:prstGeom prst="rect">
            <a:avLst/>
          </a:prstGeom>
          <a:solidFill>
            <a:srgbClr val="F9E131"/>
          </a:solidFill>
          <a:ln w="57911">
            <a:solidFill>
              <a:srgbClr val="FFC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315"/>
              </a:spcBef>
            </a:pPr>
            <a:r>
              <a:rPr sz="5400" b="1" dirty="0">
                <a:solidFill>
                  <a:srgbClr val="FFFFFF"/>
                </a:solidFill>
                <a:latin typeface="Arial"/>
                <a:cs typeface="Arial"/>
              </a:rPr>
              <a:t>Il</a:t>
            </a:r>
            <a:r>
              <a:rPr sz="5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400" b="1" dirty="0">
                <a:solidFill>
                  <a:srgbClr val="FFFFFF"/>
                </a:solidFill>
                <a:latin typeface="Arial"/>
                <a:cs typeface="Arial"/>
              </a:rPr>
              <a:t>nostro</a:t>
            </a:r>
            <a:r>
              <a:rPr sz="54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400" b="1" dirty="0">
                <a:solidFill>
                  <a:srgbClr val="FFFFFF"/>
                </a:solidFill>
                <a:latin typeface="Arial"/>
                <a:cs typeface="Arial"/>
              </a:rPr>
              <a:t>programma</a:t>
            </a:r>
            <a:endParaRPr sz="5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3600" b="1" dirty="0">
                <a:solidFill>
                  <a:srgbClr val="FFFFFF"/>
                </a:solidFill>
                <a:latin typeface="Arial"/>
                <a:cs typeface="Arial"/>
              </a:rPr>
              <a:t>(in</a:t>
            </a:r>
            <a:r>
              <a:rPr sz="36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FFFFF"/>
                </a:solidFill>
                <a:latin typeface="Arial"/>
                <a:cs typeface="Arial"/>
              </a:rPr>
              <a:t>Dart)</a:t>
            </a:r>
            <a:endParaRPr sz="3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3063" y="4896611"/>
            <a:ext cx="8997950" cy="2040889"/>
          </a:xfrm>
          <a:prstGeom prst="rect">
            <a:avLst/>
          </a:prstGeom>
          <a:solidFill>
            <a:srgbClr val="45AA20"/>
          </a:solidFill>
          <a:ln w="57911">
            <a:solidFill>
              <a:srgbClr val="9FE885"/>
            </a:solidFill>
          </a:ln>
        </p:spPr>
        <p:txBody>
          <a:bodyPr vert="horz" wrap="square" lIns="0" tIns="34734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2735"/>
              </a:spcBef>
            </a:pPr>
            <a:r>
              <a:rPr sz="5400" b="1" dirty="0">
                <a:solidFill>
                  <a:srgbClr val="FFFFFF"/>
                </a:solidFill>
                <a:latin typeface="Arial"/>
                <a:cs typeface="Arial"/>
              </a:rPr>
              <a:t>Flutter</a:t>
            </a:r>
            <a:endParaRPr sz="5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(framework</a:t>
            </a:r>
            <a:r>
              <a:rPr sz="32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Dart</a:t>
            </a:r>
            <a:r>
              <a:rPr sz="3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motore</a:t>
            </a:r>
            <a:r>
              <a:rPr sz="32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C++)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27887" y="4602479"/>
            <a:ext cx="9505315" cy="2604770"/>
            <a:chOff x="627887" y="4602479"/>
            <a:chExt cx="9505315" cy="2604770"/>
          </a:xfrm>
        </p:grpSpPr>
        <p:sp>
          <p:nvSpPr>
            <p:cNvPr id="11" name="object 11"/>
            <p:cNvSpPr/>
            <p:nvPr/>
          </p:nvSpPr>
          <p:spPr>
            <a:xfrm>
              <a:off x="646937" y="7168895"/>
              <a:ext cx="9467215" cy="38100"/>
            </a:xfrm>
            <a:custGeom>
              <a:avLst/>
              <a:gdLst/>
              <a:ahLst/>
              <a:cxnLst/>
              <a:rect l="l" t="t" r="r" b="b"/>
              <a:pathLst>
                <a:path w="9467215" h="38100">
                  <a:moveTo>
                    <a:pt x="0" y="38099"/>
                  </a:moveTo>
                  <a:lnTo>
                    <a:pt x="9466707" y="38099"/>
                  </a:lnTo>
                  <a:lnTo>
                    <a:pt x="9466707" y="0"/>
                  </a:lnTo>
                  <a:lnTo>
                    <a:pt x="0" y="0"/>
                  </a:lnTo>
                  <a:lnTo>
                    <a:pt x="0" y="380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46937" y="4621529"/>
              <a:ext cx="9467215" cy="25400"/>
            </a:xfrm>
            <a:custGeom>
              <a:avLst/>
              <a:gdLst/>
              <a:ahLst/>
              <a:cxnLst/>
              <a:rect l="l" t="t" r="r" b="b"/>
              <a:pathLst>
                <a:path w="9467215" h="25400">
                  <a:moveTo>
                    <a:pt x="0" y="0"/>
                  </a:moveTo>
                  <a:lnTo>
                    <a:pt x="9466707" y="24892"/>
                  </a:lnTo>
                </a:path>
              </a:pathLst>
            </a:custGeom>
            <a:ln w="38099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93063" y="7391400"/>
            <a:ext cx="8997950" cy="934719"/>
          </a:xfrm>
          <a:prstGeom prst="rect">
            <a:avLst/>
          </a:prstGeom>
          <a:solidFill>
            <a:srgbClr val="6F2F9F"/>
          </a:solidFill>
          <a:ln w="57911">
            <a:solidFill>
              <a:srgbClr val="FFC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5"/>
              </a:spcBef>
            </a:pPr>
            <a:r>
              <a:rPr sz="5400" b="1" dirty="0">
                <a:solidFill>
                  <a:srgbClr val="FFFFFF"/>
                </a:solidFill>
                <a:latin typeface="Arial"/>
                <a:cs typeface="Arial"/>
              </a:rPr>
              <a:t>Android</a:t>
            </a:r>
            <a:r>
              <a:rPr sz="54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400" b="1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54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400" b="1" dirty="0">
                <a:solidFill>
                  <a:srgbClr val="FFFFFF"/>
                </a:solidFill>
                <a:latin typeface="Arial"/>
                <a:cs typeface="Arial"/>
              </a:rPr>
              <a:t>iOS</a:t>
            </a:r>
            <a:endParaRPr sz="5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3600" y="990600"/>
            <a:ext cx="10997565" cy="8483733"/>
          </a:xfrm>
          <a:prstGeom prst="rect">
            <a:avLst/>
          </a:prstGeom>
        </p:spPr>
        <p:txBody>
          <a:bodyPr vert="horz" wrap="square" lIns="0" tIns="540385" rIns="0" bIns="0" rtlCol="0">
            <a:spAutoFit/>
          </a:bodyPr>
          <a:lstStyle/>
          <a:p>
            <a:pPr algn="l"/>
            <a:r>
              <a:rPr lang="it-IT" sz="4000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Dart è un linguaggio di programmazione sviluppato da Google. È stato presentato alla conferenza "GOTO Aarhus 2011" dal 10 al 12 ottobre 2011. Lo scopo di Dart è quello di "sostituire JavaScript come lingua franca per lo sviluppo web sulla piattaforma web aperto".</a:t>
            </a:r>
          </a:p>
          <a:p>
            <a:pPr algn="l"/>
            <a:r>
              <a:rPr lang="it-IT" sz="4000" b="1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2"/>
              </a:rPr>
              <a:t>Creatore</a:t>
            </a:r>
            <a:r>
              <a:rPr lang="it-IT" sz="4000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: </a:t>
            </a:r>
            <a:r>
              <a:rPr lang="it-IT" sz="4000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3"/>
              </a:rPr>
              <a:t>Lars </a:t>
            </a:r>
            <a:r>
              <a:rPr lang="it-IT" sz="4000" b="0" i="0" u="none" strike="noStrike" dirty="0" err="1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3"/>
              </a:rPr>
              <a:t>Bak</a:t>
            </a:r>
            <a:endParaRPr lang="it-IT" sz="4000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it-IT" sz="4000" b="1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4"/>
              </a:rPr>
              <a:t>Data di origine</a:t>
            </a:r>
            <a:r>
              <a:rPr lang="it-IT" sz="4000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: </a:t>
            </a:r>
            <a:r>
              <a:rPr lang="it-IT" sz="4000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5"/>
              </a:rPr>
              <a:t>18 ottobre 2011</a:t>
            </a:r>
            <a:endParaRPr lang="it-IT" sz="4000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it-IT" sz="4000" b="1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6"/>
              </a:rPr>
              <a:t>Sistema operativo</a:t>
            </a:r>
            <a:r>
              <a:rPr lang="it-IT" sz="4000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: </a:t>
            </a:r>
            <a:r>
              <a:rPr lang="it-IT" sz="40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multipiattaforma</a:t>
            </a:r>
          </a:p>
          <a:p>
            <a:pPr algn="l"/>
            <a:r>
              <a:rPr lang="it-IT" sz="4000" b="1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7"/>
              </a:rPr>
              <a:t>Tipizzazione</a:t>
            </a:r>
            <a:r>
              <a:rPr lang="it-IT" sz="4000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: </a:t>
            </a:r>
            <a:r>
              <a:rPr lang="it-IT" sz="40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opzionale</a:t>
            </a:r>
          </a:p>
          <a:p>
            <a:pPr algn="l"/>
            <a:r>
              <a:rPr lang="it-IT" sz="4000" b="1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8"/>
              </a:rPr>
              <a:t>Ultima versione</a:t>
            </a:r>
            <a:r>
              <a:rPr lang="it-IT" sz="4000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: </a:t>
            </a:r>
            <a:r>
              <a:rPr lang="it-IT" sz="40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2.10.4 (11 novembre 2020)</a:t>
            </a:r>
          </a:p>
          <a:p>
            <a:pPr marL="1905" algn="ctr">
              <a:lnSpc>
                <a:spcPct val="100000"/>
              </a:lnSpc>
              <a:spcBef>
                <a:spcPts val="4255"/>
              </a:spcBef>
            </a:pPr>
            <a:r>
              <a:rPr lang="it-IT" sz="4000" dirty="0">
                <a:latin typeface="Arial"/>
                <a:cs typeface="Arial"/>
              </a:rPr>
              <a:t>(Wikipedia)</a:t>
            </a:r>
            <a:endParaRPr sz="4000" dirty="0">
              <a:latin typeface="Arial"/>
              <a:cs typeface="Arial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E87A9464-C65C-4EFC-9679-22588C40C1EF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13004290" cy="1136903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120C6C57-8CB3-40C3-B343-2A95158F6555}"/>
              </a:ext>
            </a:extLst>
          </p:cNvPr>
          <p:cNvSpPr txBox="1">
            <a:spLocks/>
          </p:cNvSpPr>
          <p:nvPr/>
        </p:nvSpPr>
        <p:spPr>
          <a:xfrm>
            <a:off x="863601" y="178457"/>
            <a:ext cx="10310494" cy="88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7534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689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it-IT" dirty="0">
                <a:solidFill>
                  <a:srgbClr val="FFFF00"/>
                </a:solidFill>
              </a:rPr>
              <a:t>Dart linguaggio OOP non tipizzato</a:t>
            </a:r>
            <a:endParaRPr lang="it-IT" spc="-5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3004290" cy="113690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68781" y="178457"/>
            <a:ext cx="11269345" cy="88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00"/>
                </a:solidFill>
              </a:rPr>
              <a:t>Tutte</a:t>
            </a:r>
            <a:r>
              <a:rPr spc="-20" dirty="0">
                <a:solidFill>
                  <a:srgbClr val="FFFF00"/>
                </a:solidFill>
              </a:rPr>
              <a:t> </a:t>
            </a:r>
            <a:r>
              <a:rPr dirty="0">
                <a:solidFill>
                  <a:srgbClr val="FFFF00"/>
                </a:solidFill>
              </a:rPr>
              <a:t>le</a:t>
            </a:r>
            <a:r>
              <a:rPr spc="-20" dirty="0">
                <a:solidFill>
                  <a:srgbClr val="FFFF00"/>
                </a:solidFill>
              </a:rPr>
              <a:t> </a:t>
            </a:r>
            <a:r>
              <a:rPr dirty="0">
                <a:solidFill>
                  <a:srgbClr val="FFFF00"/>
                </a:solidFill>
              </a:rPr>
              <a:t>funzioni</a:t>
            </a:r>
            <a:r>
              <a:rPr spc="-20" dirty="0">
                <a:solidFill>
                  <a:srgbClr val="FFFF00"/>
                </a:solidFill>
              </a:rPr>
              <a:t> </a:t>
            </a:r>
            <a:r>
              <a:rPr dirty="0">
                <a:solidFill>
                  <a:srgbClr val="FFFF00"/>
                </a:solidFill>
              </a:rPr>
              <a:t>che</a:t>
            </a:r>
            <a:r>
              <a:rPr spc="-15" dirty="0">
                <a:solidFill>
                  <a:srgbClr val="FFFF00"/>
                </a:solidFill>
              </a:rPr>
              <a:t> </a:t>
            </a:r>
            <a:r>
              <a:rPr dirty="0">
                <a:solidFill>
                  <a:srgbClr val="FFFF00"/>
                </a:solidFill>
              </a:rPr>
              <a:t>vuoi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782429" y="1713113"/>
            <a:ext cx="10531062" cy="63273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79880" algn="l"/>
                <a:tab pos="3832225" algn="l"/>
                <a:tab pos="7075805" algn="l"/>
                <a:tab pos="10090785" algn="l"/>
                <a:tab pos="11733530" algn="l"/>
              </a:tabLst>
            </a:pPr>
            <a:r>
              <a:rPr sz="4400" spc="-5" dirty="0"/>
              <a:t>Con</a:t>
            </a:r>
            <a:r>
              <a:rPr lang="it-IT" sz="4400" spc="-5" dirty="0"/>
              <a:t> </a:t>
            </a:r>
            <a:r>
              <a:rPr sz="4400" spc="-5" dirty="0"/>
              <a:t>Flutter</a:t>
            </a:r>
            <a:r>
              <a:rPr lang="it-IT" sz="4400" spc="-5" dirty="0"/>
              <a:t> </a:t>
            </a:r>
            <a:r>
              <a:rPr sz="4400" spc="-5" dirty="0" err="1"/>
              <a:t>possiamo</a:t>
            </a:r>
            <a:r>
              <a:rPr lang="it-IT" sz="4400" spc="-5" dirty="0"/>
              <a:t> </a:t>
            </a:r>
            <a:r>
              <a:rPr sz="4400" spc="-5" dirty="0" err="1"/>
              <a:t>integrare</a:t>
            </a:r>
            <a:r>
              <a:rPr lang="it-IT" sz="4400" spc="-5" dirty="0"/>
              <a:t> </a:t>
            </a:r>
            <a:r>
              <a:rPr sz="4400" dirty="0" err="1"/>
              <a:t>tutte</a:t>
            </a:r>
            <a:r>
              <a:rPr lang="it-IT" sz="4400" dirty="0"/>
              <a:t> </a:t>
            </a:r>
            <a:r>
              <a:rPr sz="4400" spc="-5" dirty="0"/>
              <a:t>le</a:t>
            </a:r>
            <a:r>
              <a:rPr lang="it-IT" sz="4400" spc="-5" dirty="0"/>
              <a:t> </a:t>
            </a:r>
            <a:r>
              <a:rPr sz="4400" b="1" dirty="0" err="1">
                <a:solidFill>
                  <a:srgbClr val="FF6700"/>
                </a:solidFill>
                <a:latin typeface="Arial"/>
                <a:cs typeface="Arial"/>
              </a:rPr>
              <a:t>funzionalità</a:t>
            </a:r>
            <a:r>
              <a:rPr sz="4400" b="1" spc="-10" dirty="0">
                <a:solidFill>
                  <a:srgbClr val="FF6700"/>
                </a:solidFill>
                <a:latin typeface="Arial"/>
                <a:cs typeface="Arial"/>
              </a:rPr>
              <a:t> </a:t>
            </a:r>
            <a:r>
              <a:rPr sz="4400" dirty="0" err="1"/>
              <a:t>utili</a:t>
            </a:r>
            <a:r>
              <a:rPr sz="4400" dirty="0"/>
              <a:t> </a:t>
            </a:r>
            <a:r>
              <a:rPr lang="it-IT" sz="4400" dirty="0"/>
              <a:t>a</a:t>
            </a:r>
            <a:r>
              <a:rPr sz="4400" spc="-5" dirty="0" err="1"/>
              <a:t>ll’</a:t>
            </a:r>
            <a:r>
              <a:rPr sz="4400" b="1" spc="-5" dirty="0" err="1">
                <a:solidFill>
                  <a:srgbClr val="FF6700"/>
                </a:solidFill>
                <a:latin typeface="Arial"/>
                <a:cs typeface="Arial"/>
              </a:rPr>
              <a:t>interazione</a:t>
            </a:r>
            <a:r>
              <a:rPr sz="4400" b="1" spc="-15" dirty="0">
                <a:solidFill>
                  <a:srgbClr val="FF6700"/>
                </a:solidFill>
                <a:latin typeface="Arial"/>
                <a:cs typeface="Arial"/>
              </a:rPr>
              <a:t> </a:t>
            </a:r>
            <a:r>
              <a:rPr sz="4400" b="1" spc="-5" dirty="0">
                <a:solidFill>
                  <a:srgbClr val="FF6700"/>
                </a:solidFill>
                <a:latin typeface="Arial"/>
                <a:cs typeface="Arial"/>
              </a:rPr>
              <a:t>utente</a:t>
            </a:r>
            <a:r>
              <a:rPr sz="4400" spc="-5" dirty="0"/>
              <a:t>:</a:t>
            </a:r>
          </a:p>
          <a:p>
            <a:pPr marL="698500" indent="-685800">
              <a:lnSpc>
                <a:spcPct val="100000"/>
              </a:lnSpc>
              <a:spcBef>
                <a:spcPts val="1440"/>
              </a:spcBef>
              <a:buChar char="•"/>
              <a:tabLst>
                <a:tab pos="698500" algn="l"/>
                <a:tab pos="699135" algn="l"/>
              </a:tabLst>
            </a:pPr>
            <a:r>
              <a:rPr sz="4400" spc="-5" dirty="0"/>
              <a:t>mappe</a:t>
            </a:r>
            <a:r>
              <a:rPr sz="4400" spc="-15" dirty="0"/>
              <a:t> </a:t>
            </a:r>
            <a:r>
              <a:rPr sz="4400" spc="-5" dirty="0"/>
              <a:t>e</a:t>
            </a:r>
            <a:r>
              <a:rPr sz="4400" spc="-10" dirty="0"/>
              <a:t> </a:t>
            </a:r>
            <a:r>
              <a:rPr sz="4400" spc="-5" dirty="0"/>
              <a:t>localizzazione</a:t>
            </a:r>
          </a:p>
          <a:p>
            <a:pPr marL="698500" indent="-685800">
              <a:lnSpc>
                <a:spcPct val="100000"/>
              </a:lnSpc>
              <a:buChar char="•"/>
              <a:tabLst>
                <a:tab pos="698500" algn="l"/>
                <a:tab pos="699135" algn="l"/>
              </a:tabLst>
            </a:pPr>
            <a:r>
              <a:rPr sz="4400" dirty="0"/>
              <a:t>video</a:t>
            </a:r>
            <a:r>
              <a:rPr sz="4400" spc="-40" dirty="0"/>
              <a:t> </a:t>
            </a:r>
            <a:r>
              <a:rPr sz="4400" dirty="0"/>
              <a:t>e</a:t>
            </a:r>
            <a:r>
              <a:rPr sz="4400" spc="-35" dirty="0"/>
              <a:t> </a:t>
            </a:r>
            <a:r>
              <a:rPr sz="4400" dirty="0"/>
              <a:t>multimedia</a:t>
            </a:r>
          </a:p>
          <a:p>
            <a:pPr marL="698500" indent="-685800">
              <a:lnSpc>
                <a:spcPct val="100000"/>
              </a:lnSpc>
              <a:spcBef>
                <a:spcPts val="5"/>
              </a:spcBef>
              <a:buChar char="•"/>
              <a:tabLst>
                <a:tab pos="698500" algn="l"/>
                <a:tab pos="699135" algn="l"/>
                <a:tab pos="2642235" algn="l"/>
              </a:tabLst>
            </a:pPr>
            <a:r>
              <a:rPr sz="4400" spc="-5" dirty="0"/>
              <a:t>social	network</a:t>
            </a:r>
          </a:p>
          <a:p>
            <a:pPr marL="698500" indent="-685800">
              <a:lnSpc>
                <a:spcPct val="100000"/>
              </a:lnSpc>
              <a:buChar char="•"/>
              <a:tabLst>
                <a:tab pos="698500" algn="l"/>
                <a:tab pos="699135" algn="l"/>
              </a:tabLst>
            </a:pPr>
            <a:r>
              <a:rPr sz="4400" spc="-5" dirty="0"/>
              <a:t>notizie</a:t>
            </a:r>
            <a:r>
              <a:rPr sz="4400" spc="-15" dirty="0"/>
              <a:t> </a:t>
            </a:r>
            <a:r>
              <a:rPr sz="4400" spc="-5" dirty="0"/>
              <a:t>dalla</a:t>
            </a:r>
            <a:r>
              <a:rPr sz="4400" spc="-20" dirty="0"/>
              <a:t> </a:t>
            </a:r>
            <a:r>
              <a:rPr sz="4400" spc="-5" dirty="0"/>
              <a:t>Rete</a:t>
            </a:r>
          </a:p>
          <a:p>
            <a:pPr marL="698500" indent="-685800">
              <a:lnSpc>
                <a:spcPct val="100000"/>
              </a:lnSpc>
              <a:buChar char="•"/>
              <a:tabLst>
                <a:tab pos="698500" algn="l"/>
                <a:tab pos="699135" algn="l"/>
              </a:tabLst>
            </a:pPr>
            <a:r>
              <a:rPr sz="4400" spc="-5" dirty="0"/>
              <a:t>comunicazione</a:t>
            </a:r>
            <a:r>
              <a:rPr sz="4400" spc="-20" dirty="0"/>
              <a:t> </a:t>
            </a:r>
            <a:r>
              <a:rPr sz="4400" spc="-5" dirty="0"/>
              <a:t>in</a:t>
            </a:r>
            <a:r>
              <a:rPr sz="4400" spc="-15" dirty="0"/>
              <a:t> </a:t>
            </a:r>
            <a:r>
              <a:rPr sz="4400" spc="-5" dirty="0"/>
              <a:t>ogni </a:t>
            </a:r>
            <a:r>
              <a:rPr sz="4400" dirty="0"/>
              <a:t>forma</a:t>
            </a:r>
          </a:p>
          <a:p>
            <a:pPr marL="698500" indent="-685800">
              <a:lnSpc>
                <a:spcPct val="100000"/>
              </a:lnSpc>
              <a:buChar char="•"/>
              <a:tabLst>
                <a:tab pos="698500" algn="l"/>
                <a:tab pos="699135" algn="l"/>
              </a:tabLst>
            </a:pPr>
            <a:r>
              <a:rPr sz="4400" spc="-5" dirty="0"/>
              <a:t>molto</a:t>
            </a:r>
            <a:r>
              <a:rPr sz="4400" spc="-30" dirty="0"/>
              <a:t> </a:t>
            </a:r>
            <a:r>
              <a:rPr sz="4400" spc="-5" dirty="0"/>
              <a:t>altro…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3004800" cy="97536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13004292" y="0"/>
                </a:moveTo>
                <a:lnTo>
                  <a:pt x="0" y="0"/>
                </a:lnTo>
                <a:lnTo>
                  <a:pt x="0" y="9753600"/>
                </a:lnTo>
                <a:lnTo>
                  <a:pt x="13004292" y="9753600"/>
                </a:lnTo>
                <a:lnTo>
                  <a:pt x="13004292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191511" y="3829812"/>
            <a:ext cx="2402205" cy="718185"/>
          </a:xfrm>
          <a:custGeom>
            <a:avLst/>
            <a:gdLst/>
            <a:ahLst/>
            <a:cxnLst/>
            <a:rect l="l" t="t" r="r" b="b"/>
            <a:pathLst>
              <a:path w="2402204" h="718185">
                <a:moveTo>
                  <a:pt x="2401824" y="0"/>
                </a:moveTo>
                <a:lnTo>
                  <a:pt x="0" y="0"/>
                </a:lnTo>
                <a:lnTo>
                  <a:pt x="0" y="717803"/>
                </a:lnTo>
                <a:lnTo>
                  <a:pt x="2401824" y="717803"/>
                </a:lnTo>
                <a:lnTo>
                  <a:pt x="240182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3004290" cy="113690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407411" y="3858209"/>
            <a:ext cx="1970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solidFill>
                  <a:srgbClr val="0079BE"/>
                </a:solidFill>
                <a:latin typeface="Arial"/>
                <a:cs typeface="Arial"/>
              </a:rPr>
              <a:t>A</a:t>
            </a:r>
            <a:r>
              <a:rPr sz="4000" b="1" spc="-20" dirty="0">
                <a:solidFill>
                  <a:srgbClr val="0079BE"/>
                </a:solidFill>
                <a:latin typeface="Arial"/>
                <a:cs typeface="Arial"/>
              </a:rPr>
              <a:t>n</a:t>
            </a:r>
            <a:r>
              <a:rPr sz="4000" b="1" spc="-5" dirty="0">
                <a:solidFill>
                  <a:srgbClr val="0079BE"/>
                </a:solidFill>
                <a:latin typeface="Arial"/>
                <a:cs typeface="Arial"/>
              </a:rPr>
              <a:t>droid</a:t>
            </a:r>
            <a:endParaRPr sz="40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474065" y="178457"/>
            <a:ext cx="12057380" cy="88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00"/>
                </a:solidFill>
              </a:rPr>
              <a:t>Tutto</a:t>
            </a:r>
            <a:r>
              <a:rPr spc="-15" dirty="0">
                <a:solidFill>
                  <a:srgbClr val="FFFF00"/>
                </a:solidFill>
              </a:rPr>
              <a:t> </a:t>
            </a:r>
            <a:r>
              <a:rPr dirty="0">
                <a:solidFill>
                  <a:srgbClr val="FFFF00"/>
                </a:solidFill>
              </a:rPr>
              <a:t>è</a:t>
            </a:r>
            <a:r>
              <a:rPr spc="-10" dirty="0">
                <a:solidFill>
                  <a:srgbClr val="FFFF00"/>
                </a:solidFill>
              </a:rPr>
              <a:t> </a:t>
            </a:r>
            <a:r>
              <a:rPr dirty="0">
                <a:solidFill>
                  <a:srgbClr val="FFFF00"/>
                </a:solidFill>
              </a:rPr>
              <a:t>un</a:t>
            </a:r>
            <a:r>
              <a:rPr spc="-10" dirty="0">
                <a:solidFill>
                  <a:srgbClr val="FFFF00"/>
                </a:solidFill>
              </a:rPr>
              <a:t> </a:t>
            </a:r>
            <a:r>
              <a:rPr dirty="0">
                <a:solidFill>
                  <a:srgbClr val="FFFF00"/>
                </a:solidFill>
              </a:rPr>
              <a:t>widget</a:t>
            </a:r>
            <a:r>
              <a:rPr spc="-15" dirty="0">
                <a:solidFill>
                  <a:srgbClr val="FFFF00"/>
                </a:solidFill>
              </a:rPr>
              <a:t> </a:t>
            </a:r>
            <a:r>
              <a:rPr dirty="0">
                <a:solidFill>
                  <a:srgbClr val="FFFF00"/>
                </a:solidFill>
              </a:rPr>
              <a:t>in</a:t>
            </a:r>
            <a:r>
              <a:rPr spc="-10" dirty="0">
                <a:solidFill>
                  <a:srgbClr val="FFFF00"/>
                </a:solidFill>
              </a:rPr>
              <a:t> </a:t>
            </a:r>
            <a:r>
              <a:rPr spc="-5" dirty="0">
                <a:solidFill>
                  <a:srgbClr val="FFFF00"/>
                </a:solidFill>
              </a:rPr>
              <a:t>Flutter</a:t>
            </a:r>
          </a:p>
        </p:txBody>
      </p:sp>
      <p:sp>
        <p:nvSpPr>
          <p:cNvPr id="12" name="object 12"/>
          <p:cNvSpPr/>
          <p:nvPr/>
        </p:nvSpPr>
        <p:spPr>
          <a:xfrm>
            <a:off x="467868" y="5320284"/>
            <a:ext cx="5226050" cy="1781810"/>
          </a:xfrm>
          <a:custGeom>
            <a:avLst/>
            <a:gdLst/>
            <a:ahLst/>
            <a:cxnLst/>
            <a:rect l="l" t="t" r="r" b="b"/>
            <a:pathLst>
              <a:path w="5226050" h="1781809">
                <a:moveTo>
                  <a:pt x="4928870" y="0"/>
                </a:moveTo>
                <a:lnTo>
                  <a:pt x="296938" y="0"/>
                </a:lnTo>
                <a:lnTo>
                  <a:pt x="248773" y="3887"/>
                </a:lnTo>
                <a:lnTo>
                  <a:pt x="203082" y="15140"/>
                </a:lnTo>
                <a:lnTo>
                  <a:pt x="160478" y="33148"/>
                </a:lnTo>
                <a:lnTo>
                  <a:pt x="121570" y="57298"/>
                </a:lnTo>
                <a:lnTo>
                  <a:pt x="86971" y="86979"/>
                </a:lnTo>
                <a:lnTo>
                  <a:pt x="57291" y="121578"/>
                </a:lnTo>
                <a:lnTo>
                  <a:pt x="33143" y="160484"/>
                </a:lnTo>
                <a:lnTo>
                  <a:pt x="15138" y="203086"/>
                </a:lnTo>
                <a:lnTo>
                  <a:pt x="3886" y="248770"/>
                </a:lnTo>
                <a:lnTo>
                  <a:pt x="0" y="296925"/>
                </a:lnTo>
                <a:lnTo>
                  <a:pt x="0" y="1484629"/>
                </a:lnTo>
                <a:lnTo>
                  <a:pt x="3886" y="1532785"/>
                </a:lnTo>
                <a:lnTo>
                  <a:pt x="15138" y="1578469"/>
                </a:lnTo>
                <a:lnTo>
                  <a:pt x="33143" y="1621071"/>
                </a:lnTo>
                <a:lnTo>
                  <a:pt x="57291" y="1659977"/>
                </a:lnTo>
                <a:lnTo>
                  <a:pt x="86971" y="1694576"/>
                </a:lnTo>
                <a:lnTo>
                  <a:pt x="121570" y="1724257"/>
                </a:lnTo>
                <a:lnTo>
                  <a:pt x="160478" y="1748407"/>
                </a:lnTo>
                <a:lnTo>
                  <a:pt x="203082" y="1766415"/>
                </a:lnTo>
                <a:lnTo>
                  <a:pt x="248773" y="1777668"/>
                </a:lnTo>
                <a:lnTo>
                  <a:pt x="296938" y="1781555"/>
                </a:lnTo>
                <a:lnTo>
                  <a:pt x="4928870" y="1781555"/>
                </a:lnTo>
                <a:lnTo>
                  <a:pt x="4977025" y="1777668"/>
                </a:lnTo>
                <a:lnTo>
                  <a:pt x="5022709" y="1766415"/>
                </a:lnTo>
                <a:lnTo>
                  <a:pt x="5065311" y="1748407"/>
                </a:lnTo>
                <a:lnTo>
                  <a:pt x="5104217" y="1724257"/>
                </a:lnTo>
                <a:lnTo>
                  <a:pt x="5138816" y="1694576"/>
                </a:lnTo>
                <a:lnTo>
                  <a:pt x="5168497" y="1659977"/>
                </a:lnTo>
                <a:lnTo>
                  <a:pt x="5192647" y="1621071"/>
                </a:lnTo>
                <a:lnTo>
                  <a:pt x="5210655" y="1578469"/>
                </a:lnTo>
                <a:lnTo>
                  <a:pt x="5221908" y="1532785"/>
                </a:lnTo>
                <a:lnTo>
                  <a:pt x="5225796" y="1484629"/>
                </a:lnTo>
                <a:lnTo>
                  <a:pt x="5225796" y="296925"/>
                </a:lnTo>
                <a:lnTo>
                  <a:pt x="5221908" y="248770"/>
                </a:lnTo>
                <a:lnTo>
                  <a:pt x="5210655" y="203086"/>
                </a:lnTo>
                <a:lnTo>
                  <a:pt x="5192647" y="160484"/>
                </a:lnTo>
                <a:lnTo>
                  <a:pt x="5168497" y="121578"/>
                </a:lnTo>
                <a:lnTo>
                  <a:pt x="5138816" y="86979"/>
                </a:lnTo>
                <a:lnTo>
                  <a:pt x="5104217" y="57298"/>
                </a:lnTo>
                <a:lnTo>
                  <a:pt x="5065311" y="33148"/>
                </a:lnTo>
                <a:lnTo>
                  <a:pt x="5022709" y="15140"/>
                </a:lnTo>
                <a:lnTo>
                  <a:pt x="4977025" y="3887"/>
                </a:lnTo>
                <a:lnTo>
                  <a:pt x="492887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87120" y="5739765"/>
            <a:ext cx="478917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41600" algn="l"/>
              </a:tabLst>
            </a:pPr>
            <a:r>
              <a:rPr sz="5400" spc="-5" dirty="0">
                <a:solidFill>
                  <a:srgbClr val="FFFFFF"/>
                </a:solidFill>
                <a:latin typeface="Arial"/>
                <a:cs typeface="Arial"/>
              </a:rPr>
              <a:t>Material	Design</a:t>
            </a:r>
            <a:endParaRPr sz="5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312152" y="5320284"/>
            <a:ext cx="5224780" cy="1781810"/>
          </a:xfrm>
          <a:custGeom>
            <a:avLst/>
            <a:gdLst/>
            <a:ahLst/>
            <a:cxnLst/>
            <a:rect l="l" t="t" r="r" b="b"/>
            <a:pathLst>
              <a:path w="5224780" h="1781809">
                <a:moveTo>
                  <a:pt x="4927346" y="0"/>
                </a:moveTo>
                <a:lnTo>
                  <a:pt x="296925" y="0"/>
                </a:lnTo>
                <a:lnTo>
                  <a:pt x="248770" y="3887"/>
                </a:lnTo>
                <a:lnTo>
                  <a:pt x="203086" y="15140"/>
                </a:lnTo>
                <a:lnTo>
                  <a:pt x="160484" y="33148"/>
                </a:lnTo>
                <a:lnTo>
                  <a:pt x="121578" y="57298"/>
                </a:lnTo>
                <a:lnTo>
                  <a:pt x="86979" y="86979"/>
                </a:lnTo>
                <a:lnTo>
                  <a:pt x="57298" y="121578"/>
                </a:lnTo>
                <a:lnTo>
                  <a:pt x="33148" y="160484"/>
                </a:lnTo>
                <a:lnTo>
                  <a:pt x="15140" y="203086"/>
                </a:lnTo>
                <a:lnTo>
                  <a:pt x="3887" y="248770"/>
                </a:lnTo>
                <a:lnTo>
                  <a:pt x="0" y="296925"/>
                </a:lnTo>
                <a:lnTo>
                  <a:pt x="0" y="1484629"/>
                </a:lnTo>
                <a:lnTo>
                  <a:pt x="3887" y="1532785"/>
                </a:lnTo>
                <a:lnTo>
                  <a:pt x="15140" y="1578469"/>
                </a:lnTo>
                <a:lnTo>
                  <a:pt x="33148" y="1621071"/>
                </a:lnTo>
                <a:lnTo>
                  <a:pt x="57298" y="1659977"/>
                </a:lnTo>
                <a:lnTo>
                  <a:pt x="86979" y="1694576"/>
                </a:lnTo>
                <a:lnTo>
                  <a:pt x="121578" y="1724257"/>
                </a:lnTo>
                <a:lnTo>
                  <a:pt x="160484" y="1748407"/>
                </a:lnTo>
                <a:lnTo>
                  <a:pt x="203086" y="1766415"/>
                </a:lnTo>
                <a:lnTo>
                  <a:pt x="248770" y="1777668"/>
                </a:lnTo>
                <a:lnTo>
                  <a:pt x="296925" y="1781555"/>
                </a:lnTo>
                <a:lnTo>
                  <a:pt x="4927346" y="1781555"/>
                </a:lnTo>
                <a:lnTo>
                  <a:pt x="4975501" y="1777668"/>
                </a:lnTo>
                <a:lnTo>
                  <a:pt x="5021185" y="1766415"/>
                </a:lnTo>
                <a:lnTo>
                  <a:pt x="5063787" y="1748407"/>
                </a:lnTo>
                <a:lnTo>
                  <a:pt x="5102693" y="1724257"/>
                </a:lnTo>
                <a:lnTo>
                  <a:pt x="5137292" y="1694576"/>
                </a:lnTo>
                <a:lnTo>
                  <a:pt x="5166973" y="1659977"/>
                </a:lnTo>
                <a:lnTo>
                  <a:pt x="5191123" y="1621071"/>
                </a:lnTo>
                <a:lnTo>
                  <a:pt x="5209131" y="1578469"/>
                </a:lnTo>
                <a:lnTo>
                  <a:pt x="5220384" y="1532785"/>
                </a:lnTo>
                <a:lnTo>
                  <a:pt x="5224272" y="1484629"/>
                </a:lnTo>
                <a:lnTo>
                  <a:pt x="5224272" y="296925"/>
                </a:lnTo>
                <a:lnTo>
                  <a:pt x="5220384" y="248770"/>
                </a:lnTo>
                <a:lnTo>
                  <a:pt x="5209131" y="203086"/>
                </a:lnTo>
                <a:lnTo>
                  <a:pt x="5191123" y="160484"/>
                </a:lnTo>
                <a:lnTo>
                  <a:pt x="5166973" y="121578"/>
                </a:lnTo>
                <a:lnTo>
                  <a:pt x="5137292" y="86979"/>
                </a:lnTo>
                <a:lnTo>
                  <a:pt x="5102693" y="57298"/>
                </a:lnTo>
                <a:lnTo>
                  <a:pt x="5063787" y="33148"/>
                </a:lnTo>
                <a:lnTo>
                  <a:pt x="5021185" y="15140"/>
                </a:lnTo>
                <a:lnTo>
                  <a:pt x="4975501" y="3887"/>
                </a:lnTo>
                <a:lnTo>
                  <a:pt x="4927346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425688" y="5739765"/>
            <a:ext cx="299847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5" dirty="0">
                <a:solidFill>
                  <a:srgbClr val="FFFFFF"/>
                </a:solidFill>
                <a:latin typeface="Arial"/>
                <a:cs typeface="Arial"/>
              </a:rPr>
              <a:t>Cupertino</a:t>
            </a:r>
            <a:endParaRPr sz="54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889247" y="1685544"/>
            <a:ext cx="5226050" cy="1610995"/>
          </a:xfrm>
          <a:custGeom>
            <a:avLst/>
            <a:gdLst/>
            <a:ahLst/>
            <a:cxnLst/>
            <a:rect l="l" t="t" r="r" b="b"/>
            <a:pathLst>
              <a:path w="5226050" h="1610995">
                <a:moveTo>
                  <a:pt x="4957318" y="0"/>
                </a:moveTo>
                <a:lnTo>
                  <a:pt x="268477" y="0"/>
                </a:lnTo>
                <a:lnTo>
                  <a:pt x="220203" y="4323"/>
                </a:lnTo>
                <a:lnTo>
                  <a:pt x="174773" y="16789"/>
                </a:lnTo>
                <a:lnTo>
                  <a:pt x="132945" y="36641"/>
                </a:lnTo>
                <a:lnTo>
                  <a:pt x="95476" y="63123"/>
                </a:lnTo>
                <a:lnTo>
                  <a:pt x="63123" y="95476"/>
                </a:lnTo>
                <a:lnTo>
                  <a:pt x="36641" y="132945"/>
                </a:lnTo>
                <a:lnTo>
                  <a:pt x="16789" y="174773"/>
                </a:lnTo>
                <a:lnTo>
                  <a:pt x="4323" y="220203"/>
                </a:lnTo>
                <a:lnTo>
                  <a:pt x="0" y="268477"/>
                </a:lnTo>
                <a:lnTo>
                  <a:pt x="0" y="1342389"/>
                </a:lnTo>
                <a:lnTo>
                  <a:pt x="4323" y="1390631"/>
                </a:lnTo>
                <a:lnTo>
                  <a:pt x="16789" y="1436043"/>
                </a:lnTo>
                <a:lnTo>
                  <a:pt x="36641" y="1477866"/>
                </a:lnTo>
                <a:lnTo>
                  <a:pt x="63123" y="1515339"/>
                </a:lnTo>
                <a:lnTo>
                  <a:pt x="95476" y="1547703"/>
                </a:lnTo>
                <a:lnTo>
                  <a:pt x="132945" y="1574197"/>
                </a:lnTo>
                <a:lnTo>
                  <a:pt x="174773" y="1594063"/>
                </a:lnTo>
                <a:lnTo>
                  <a:pt x="220203" y="1606540"/>
                </a:lnTo>
                <a:lnTo>
                  <a:pt x="268477" y="1610867"/>
                </a:lnTo>
                <a:lnTo>
                  <a:pt x="4957318" y="1610867"/>
                </a:lnTo>
                <a:lnTo>
                  <a:pt x="5005592" y="1606540"/>
                </a:lnTo>
                <a:lnTo>
                  <a:pt x="5051022" y="1594063"/>
                </a:lnTo>
                <a:lnTo>
                  <a:pt x="5092850" y="1574197"/>
                </a:lnTo>
                <a:lnTo>
                  <a:pt x="5130319" y="1547703"/>
                </a:lnTo>
                <a:lnTo>
                  <a:pt x="5162672" y="1515339"/>
                </a:lnTo>
                <a:lnTo>
                  <a:pt x="5189154" y="1477866"/>
                </a:lnTo>
                <a:lnTo>
                  <a:pt x="5209006" y="1436043"/>
                </a:lnTo>
                <a:lnTo>
                  <a:pt x="5221472" y="1390631"/>
                </a:lnTo>
                <a:lnTo>
                  <a:pt x="5225796" y="1342389"/>
                </a:lnTo>
                <a:lnTo>
                  <a:pt x="5225796" y="268477"/>
                </a:lnTo>
                <a:lnTo>
                  <a:pt x="5221472" y="220203"/>
                </a:lnTo>
                <a:lnTo>
                  <a:pt x="5209006" y="174773"/>
                </a:lnTo>
                <a:lnTo>
                  <a:pt x="5189154" y="132945"/>
                </a:lnTo>
                <a:lnTo>
                  <a:pt x="5162672" y="95476"/>
                </a:lnTo>
                <a:lnTo>
                  <a:pt x="5130319" y="63123"/>
                </a:lnTo>
                <a:lnTo>
                  <a:pt x="5092850" y="36641"/>
                </a:lnTo>
                <a:lnTo>
                  <a:pt x="5051022" y="16789"/>
                </a:lnTo>
                <a:lnTo>
                  <a:pt x="5005592" y="4323"/>
                </a:lnTo>
                <a:lnTo>
                  <a:pt x="4957318" y="0"/>
                </a:lnTo>
                <a:close/>
              </a:path>
            </a:pathLst>
          </a:custGeom>
          <a:solidFill>
            <a:srgbClr val="0051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283202" y="1793239"/>
            <a:ext cx="443738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67385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solidFill>
                  <a:srgbClr val="FFFFFF"/>
                </a:solidFill>
                <a:latin typeface="Arial"/>
                <a:cs typeface="Arial"/>
              </a:rPr>
              <a:t>Librerie per </a:t>
            </a:r>
            <a:r>
              <a:rPr sz="44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00" b="1" dirty="0">
                <a:solidFill>
                  <a:srgbClr val="FFFFFF"/>
                </a:solidFill>
                <a:latin typeface="Arial"/>
                <a:cs typeface="Arial"/>
              </a:rPr>
              <a:t>ogni</a:t>
            </a:r>
            <a:r>
              <a:rPr sz="4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00" b="1" dirty="0">
                <a:solidFill>
                  <a:srgbClr val="FFFFFF"/>
                </a:solidFill>
                <a:latin typeface="Arial"/>
                <a:cs typeface="Arial"/>
              </a:rPr>
              <a:t>stile</a:t>
            </a:r>
            <a:r>
              <a:rPr sz="4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00" b="1" dirty="0">
                <a:solidFill>
                  <a:srgbClr val="FFFFFF"/>
                </a:solidFill>
                <a:latin typeface="Arial"/>
                <a:cs typeface="Arial"/>
              </a:rPr>
              <a:t>mobile</a:t>
            </a:r>
            <a:endParaRPr sz="44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215640" y="3271265"/>
            <a:ext cx="6609080" cy="1945639"/>
          </a:xfrm>
          <a:custGeom>
            <a:avLst/>
            <a:gdLst/>
            <a:ahLst/>
            <a:cxnLst/>
            <a:rect l="l" t="t" r="r" b="b"/>
            <a:pathLst>
              <a:path w="6609080" h="1945639">
                <a:moveTo>
                  <a:pt x="323088" y="1924431"/>
                </a:moveTo>
                <a:lnTo>
                  <a:pt x="177038" y="1674368"/>
                </a:lnTo>
                <a:lnTo>
                  <a:pt x="0" y="1945513"/>
                </a:lnTo>
                <a:lnTo>
                  <a:pt x="323088" y="1924431"/>
                </a:lnTo>
                <a:close/>
              </a:path>
              <a:path w="6609080" h="1945639">
                <a:moveTo>
                  <a:pt x="501396" y="1686052"/>
                </a:moveTo>
                <a:lnTo>
                  <a:pt x="472186" y="1636014"/>
                </a:lnTo>
                <a:lnTo>
                  <a:pt x="272161" y="1752981"/>
                </a:lnTo>
                <a:lnTo>
                  <a:pt x="301371" y="1802892"/>
                </a:lnTo>
                <a:lnTo>
                  <a:pt x="501396" y="1686052"/>
                </a:lnTo>
                <a:close/>
              </a:path>
              <a:path w="6609080" h="1945639">
                <a:moveTo>
                  <a:pt x="851408" y="1481582"/>
                </a:moveTo>
                <a:lnTo>
                  <a:pt x="822198" y="1431544"/>
                </a:lnTo>
                <a:lnTo>
                  <a:pt x="622300" y="1548384"/>
                </a:lnTo>
                <a:lnTo>
                  <a:pt x="651510" y="1598422"/>
                </a:lnTo>
                <a:lnTo>
                  <a:pt x="851408" y="1481582"/>
                </a:lnTo>
                <a:close/>
              </a:path>
              <a:path w="6609080" h="1945639">
                <a:moveTo>
                  <a:pt x="1201547" y="1277112"/>
                </a:moveTo>
                <a:lnTo>
                  <a:pt x="1172337" y="1227074"/>
                </a:lnTo>
                <a:lnTo>
                  <a:pt x="972312" y="1343914"/>
                </a:lnTo>
                <a:lnTo>
                  <a:pt x="1001522" y="1393952"/>
                </a:lnTo>
                <a:lnTo>
                  <a:pt x="1201547" y="1277112"/>
                </a:lnTo>
                <a:close/>
              </a:path>
              <a:path w="6609080" h="1945639">
                <a:moveTo>
                  <a:pt x="1551559" y="1072642"/>
                </a:moveTo>
                <a:lnTo>
                  <a:pt x="1522349" y="1022604"/>
                </a:lnTo>
                <a:lnTo>
                  <a:pt x="1322324" y="1139444"/>
                </a:lnTo>
                <a:lnTo>
                  <a:pt x="1351534" y="1189482"/>
                </a:lnTo>
                <a:lnTo>
                  <a:pt x="1551559" y="1072642"/>
                </a:lnTo>
                <a:close/>
              </a:path>
              <a:path w="6609080" h="1945639">
                <a:moveTo>
                  <a:pt x="1901571" y="868172"/>
                </a:moveTo>
                <a:lnTo>
                  <a:pt x="1872361" y="818134"/>
                </a:lnTo>
                <a:lnTo>
                  <a:pt x="1672336" y="934974"/>
                </a:lnTo>
                <a:lnTo>
                  <a:pt x="1701546" y="985012"/>
                </a:lnTo>
                <a:lnTo>
                  <a:pt x="1901571" y="868172"/>
                </a:lnTo>
                <a:close/>
              </a:path>
              <a:path w="6609080" h="1945639">
                <a:moveTo>
                  <a:pt x="2251583" y="663575"/>
                </a:moveTo>
                <a:lnTo>
                  <a:pt x="2222373" y="613664"/>
                </a:lnTo>
                <a:lnTo>
                  <a:pt x="2022348" y="730504"/>
                </a:lnTo>
                <a:lnTo>
                  <a:pt x="2051558" y="780415"/>
                </a:lnTo>
                <a:lnTo>
                  <a:pt x="2251583" y="663575"/>
                </a:lnTo>
                <a:close/>
              </a:path>
              <a:path w="6609080" h="1945639">
                <a:moveTo>
                  <a:pt x="2601595" y="459105"/>
                </a:moveTo>
                <a:lnTo>
                  <a:pt x="2572385" y="409067"/>
                </a:lnTo>
                <a:lnTo>
                  <a:pt x="2372360" y="526034"/>
                </a:lnTo>
                <a:lnTo>
                  <a:pt x="2401570" y="575945"/>
                </a:lnTo>
                <a:lnTo>
                  <a:pt x="2601595" y="459105"/>
                </a:lnTo>
                <a:close/>
              </a:path>
              <a:path w="6609080" h="1945639">
                <a:moveTo>
                  <a:pt x="2951607" y="254635"/>
                </a:moveTo>
                <a:lnTo>
                  <a:pt x="2922397" y="204597"/>
                </a:lnTo>
                <a:lnTo>
                  <a:pt x="2722372" y="321437"/>
                </a:lnTo>
                <a:lnTo>
                  <a:pt x="2751582" y="371475"/>
                </a:lnTo>
                <a:lnTo>
                  <a:pt x="2951607" y="254635"/>
                </a:lnTo>
                <a:close/>
              </a:path>
              <a:path w="6609080" h="1945639">
                <a:moveTo>
                  <a:pt x="3502533" y="115316"/>
                </a:moveTo>
                <a:lnTo>
                  <a:pt x="3301606" y="0"/>
                </a:lnTo>
                <a:lnTo>
                  <a:pt x="3287103" y="25311"/>
                </a:lnTo>
                <a:lnTo>
                  <a:pt x="3272409" y="127"/>
                </a:lnTo>
                <a:lnTo>
                  <a:pt x="3072384" y="116967"/>
                </a:lnTo>
                <a:lnTo>
                  <a:pt x="3101594" y="167005"/>
                </a:lnTo>
                <a:lnTo>
                  <a:pt x="3287204" y="58572"/>
                </a:lnTo>
                <a:lnTo>
                  <a:pt x="3473704" y="165608"/>
                </a:lnTo>
                <a:lnTo>
                  <a:pt x="3502533" y="115316"/>
                </a:lnTo>
                <a:close/>
              </a:path>
              <a:path w="6609080" h="1945639">
                <a:moveTo>
                  <a:pt x="3854196" y="317246"/>
                </a:moveTo>
                <a:lnTo>
                  <a:pt x="3653282" y="201930"/>
                </a:lnTo>
                <a:lnTo>
                  <a:pt x="3624453" y="252095"/>
                </a:lnTo>
                <a:lnTo>
                  <a:pt x="3825240" y="367411"/>
                </a:lnTo>
                <a:lnTo>
                  <a:pt x="3854196" y="317246"/>
                </a:lnTo>
                <a:close/>
              </a:path>
              <a:path w="6609080" h="1945639">
                <a:moveTo>
                  <a:pt x="4205732" y="519049"/>
                </a:moveTo>
                <a:lnTo>
                  <a:pt x="4004818" y="403733"/>
                </a:lnTo>
                <a:lnTo>
                  <a:pt x="3975989" y="453898"/>
                </a:lnTo>
                <a:lnTo>
                  <a:pt x="4176903" y="569341"/>
                </a:lnTo>
                <a:lnTo>
                  <a:pt x="4205732" y="519049"/>
                </a:lnTo>
                <a:close/>
              </a:path>
              <a:path w="6609080" h="1945639">
                <a:moveTo>
                  <a:pt x="4557268" y="720852"/>
                </a:moveTo>
                <a:lnTo>
                  <a:pt x="4356354" y="605536"/>
                </a:lnTo>
                <a:lnTo>
                  <a:pt x="4327525" y="655828"/>
                </a:lnTo>
                <a:lnTo>
                  <a:pt x="4528439" y="771144"/>
                </a:lnTo>
                <a:lnTo>
                  <a:pt x="4557268" y="720852"/>
                </a:lnTo>
                <a:close/>
              </a:path>
              <a:path w="6609080" h="1945639">
                <a:moveTo>
                  <a:pt x="4908804" y="922782"/>
                </a:moveTo>
                <a:lnTo>
                  <a:pt x="4707890" y="807466"/>
                </a:lnTo>
                <a:lnTo>
                  <a:pt x="4679061" y="857631"/>
                </a:lnTo>
                <a:lnTo>
                  <a:pt x="4879975" y="972947"/>
                </a:lnTo>
                <a:lnTo>
                  <a:pt x="4908804" y="922782"/>
                </a:lnTo>
                <a:close/>
              </a:path>
              <a:path w="6609080" h="1945639">
                <a:moveTo>
                  <a:pt x="5260340" y="1124585"/>
                </a:moveTo>
                <a:lnTo>
                  <a:pt x="5059426" y="1009269"/>
                </a:lnTo>
                <a:lnTo>
                  <a:pt x="5030597" y="1059434"/>
                </a:lnTo>
                <a:lnTo>
                  <a:pt x="5231511" y="1174877"/>
                </a:lnTo>
                <a:lnTo>
                  <a:pt x="5260340" y="1124585"/>
                </a:lnTo>
                <a:close/>
              </a:path>
              <a:path w="6609080" h="1945639">
                <a:moveTo>
                  <a:pt x="5611876" y="1326515"/>
                </a:moveTo>
                <a:lnTo>
                  <a:pt x="5411089" y="1211072"/>
                </a:lnTo>
                <a:lnTo>
                  <a:pt x="5382260" y="1261364"/>
                </a:lnTo>
                <a:lnTo>
                  <a:pt x="5583047" y="1376680"/>
                </a:lnTo>
                <a:lnTo>
                  <a:pt x="5611876" y="1326515"/>
                </a:lnTo>
                <a:close/>
              </a:path>
              <a:path w="6609080" h="1945639">
                <a:moveTo>
                  <a:pt x="5963539" y="1528318"/>
                </a:moveTo>
                <a:lnTo>
                  <a:pt x="5762625" y="1413002"/>
                </a:lnTo>
                <a:lnTo>
                  <a:pt x="5733796" y="1463167"/>
                </a:lnTo>
                <a:lnTo>
                  <a:pt x="5934710" y="1578483"/>
                </a:lnTo>
                <a:lnTo>
                  <a:pt x="5963539" y="1528318"/>
                </a:lnTo>
                <a:close/>
              </a:path>
              <a:path w="6609080" h="1945639">
                <a:moveTo>
                  <a:pt x="6315075" y="1730121"/>
                </a:moveTo>
                <a:lnTo>
                  <a:pt x="6114161" y="1614805"/>
                </a:lnTo>
                <a:lnTo>
                  <a:pt x="6085332" y="1664970"/>
                </a:lnTo>
                <a:lnTo>
                  <a:pt x="6286246" y="1780413"/>
                </a:lnTo>
                <a:lnTo>
                  <a:pt x="6315075" y="1730121"/>
                </a:lnTo>
                <a:close/>
              </a:path>
              <a:path w="6609080" h="1945639">
                <a:moveTo>
                  <a:pt x="6608572" y="1932051"/>
                </a:moveTo>
                <a:lnTo>
                  <a:pt x="6429502" y="1662303"/>
                </a:lnTo>
                <a:lnTo>
                  <a:pt x="6285357" y="1913382"/>
                </a:lnTo>
                <a:lnTo>
                  <a:pt x="6608572" y="1932051"/>
                </a:lnTo>
                <a:close/>
              </a:path>
            </a:pathLst>
          </a:custGeom>
          <a:solidFill>
            <a:srgbClr val="FF67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8840723" y="3823715"/>
            <a:ext cx="1419225" cy="71818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40005" rIns="0" bIns="0" rtlCol="0">
            <a:spAutoFit/>
          </a:bodyPr>
          <a:lstStyle/>
          <a:p>
            <a:pPr marL="272415">
              <a:lnSpc>
                <a:spcPct val="100000"/>
              </a:lnSpc>
              <a:spcBef>
                <a:spcPts val="315"/>
              </a:spcBef>
            </a:pPr>
            <a:r>
              <a:rPr sz="4000" b="1" spc="-5" dirty="0">
                <a:solidFill>
                  <a:srgbClr val="0079BE"/>
                </a:solidFill>
                <a:latin typeface="Arial"/>
                <a:cs typeface="Arial"/>
              </a:rPr>
              <a:t>iOS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3004290" cy="113690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6841" y="178457"/>
            <a:ext cx="11829415" cy="88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00"/>
                </a:solidFill>
              </a:rPr>
              <a:t>Flutter</a:t>
            </a:r>
            <a:r>
              <a:rPr spc="-20" dirty="0">
                <a:solidFill>
                  <a:srgbClr val="FFFF00"/>
                </a:solidFill>
              </a:rPr>
              <a:t> </a:t>
            </a:r>
            <a:r>
              <a:rPr dirty="0">
                <a:solidFill>
                  <a:srgbClr val="FFFF00"/>
                </a:solidFill>
              </a:rPr>
              <a:t>e</a:t>
            </a:r>
            <a:r>
              <a:rPr spc="-15" dirty="0">
                <a:solidFill>
                  <a:srgbClr val="FFFF00"/>
                </a:solidFill>
              </a:rPr>
              <a:t> </a:t>
            </a:r>
            <a:r>
              <a:rPr spc="-5" dirty="0">
                <a:solidFill>
                  <a:srgbClr val="FFFF00"/>
                </a:solidFill>
              </a:rPr>
              <a:t>il</a:t>
            </a:r>
            <a:r>
              <a:rPr spc="-15" dirty="0">
                <a:solidFill>
                  <a:srgbClr val="FFFF00"/>
                </a:solidFill>
              </a:rPr>
              <a:t> </a:t>
            </a:r>
            <a:r>
              <a:rPr dirty="0">
                <a:solidFill>
                  <a:srgbClr val="FFFF00"/>
                </a:solidFill>
              </a:rPr>
              <a:t>Material</a:t>
            </a:r>
            <a:r>
              <a:rPr spc="-30" dirty="0">
                <a:solidFill>
                  <a:srgbClr val="FFFF00"/>
                </a:solidFill>
              </a:rPr>
              <a:t> </a:t>
            </a:r>
            <a:r>
              <a:rPr dirty="0">
                <a:solidFill>
                  <a:srgbClr val="FFFF00"/>
                </a:solidFill>
              </a:rPr>
              <a:t>Design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62508" y="1661616"/>
            <a:ext cx="12279630" cy="5488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2440305" algn="l"/>
                <a:tab pos="5134610" algn="l"/>
                <a:tab pos="5924550" algn="l"/>
                <a:tab pos="9000490" algn="l"/>
                <a:tab pos="11961495" algn="l"/>
              </a:tabLst>
            </a:pPr>
            <a:r>
              <a:rPr sz="5400" dirty="0">
                <a:solidFill>
                  <a:srgbClr val="006FC0"/>
                </a:solidFill>
                <a:latin typeface="Arial"/>
                <a:cs typeface="Arial"/>
              </a:rPr>
              <a:t>Flutter	ingloba	</a:t>
            </a:r>
            <a:r>
              <a:rPr sz="5400" spc="-5" dirty="0">
                <a:solidFill>
                  <a:srgbClr val="006FC0"/>
                </a:solidFill>
                <a:latin typeface="Arial"/>
                <a:cs typeface="Arial"/>
              </a:rPr>
              <a:t>il	</a:t>
            </a:r>
            <a:r>
              <a:rPr sz="5400" b="1" dirty="0">
                <a:solidFill>
                  <a:srgbClr val="FF6700"/>
                </a:solidFill>
                <a:latin typeface="Arial"/>
                <a:cs typeface="Arial"/>
              </a:rPr>
              <a:t>Material	Desig</a:t>
            </a:r>
            <a:r>
              <a:rPr sz="5400" b="1" spc="-10" dirty="0">
                <a:solidFill>
                  <a:srgbClr val="FF6700"/>
                </a:solidFill>
                <a:latin typeface="Arial"/>
                <a:cs typeface="Arial"/>
              </a:rPr>
              <a:t>n</a:t>
            </a:r>
            <a:r>
              <a:rPr sz="5400" dirty="0">
                <a:solidFill>
                  <a:srgbClr val="006FC0"/>
                </a:solidFill>
                <a:latin typeface="Arial"/>
                <a:cs typeface="Arial"/>
              </a:rPr>
              <a:t>,	</a:t>
            </a:r>
            <a:r>
              <a:rPr sz="5400" spc="-5" dirty="0">
                <a:solidFill>
                  <a:srgbClr val="006FC0"/>
                </a:solidFill>
                <a:latin typeface="Arial"/>
                <a:cs typeface="Arial"/>
              </a:rPr>
              <a:t>il  linguaggio</a:t>
            </a:r>
            <a:r>
              <a:rPr sz="5400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5400" spc="-5" dirty="0">
                <a:solidFill>
                  <a:srgbClr val="006FC0"/>
                </a:solidFill>
                <a:latin typeface="Arial"/>
                <a:cs typeface="Arial"/>
              </a:rPr>
              <a:t>visivo</a:t>
            </a:r>
            <a:r>
              <a:rPr sz="5400" spc="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5400" spc="-5" dirty="0">
                <a:solidFill>
                  <a:srgbClr val="006FC0"/>
                </a:solidFill>
                <a:latin typeface="Arial"/>
                <a:cs typeface="Arial"/>
              </a:rPr>
              <a:t>universale di</a:t>
            </a:r>
            <a:r>
              <a:rPr sz="5400" spc="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5400" spc="-5" dirty="0">
                <a:solidFill>
                  <a:srgbClr val="006FC0"/>
                </a:solidFill>
                <a:latin typeface="Arial"/>
                <a:cs typeface="Arial"/>
              </a:rPr>
              <a:t>Google</a:t>
            </a:r>
            <a:endParaRPr sz="5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125"/>
              </a:spcBef>
            </a:pPr>
            <a:r>
              <a:rPr sz="5400" dirty="0">
                <a:solidFill>
                  <a:srgbClr val="006FC0"/>
                </a:solidFill>
                <a:latin typeface="Arial"/>
                <a:cs typeface="Arial"/>
              </a:rPr>
              <a:t>Otterremo</a:t>
            </a:r>
            <a:r>
              <a:rPr sz="5400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5400" b="1" spc="-5" dirty="0">
                <a:solidFill>
                  <a:srgbClr val="FF6700"/>
                </a:solidFill>
                <a:latin typeface="Arial"/>
                <a:cs typeface="Arial"/>
              </a:rPr>
              <a:t>interfacce</a:t>
            </a:r>
            <a:r>
              <a:rPr sz="5400" b="1" spc="-25" dirty="0">
                <a:solidFill>
                  <a:srgbClr val="FF6700"/>
                </a:solidFill>
                <a:latin typeface="Arial"/>
                <a:cs typeface="Arial"/>
              </a:rPr>
              <a:t> </a:t>
            </a:r>
            <a:r>
              <a:rPr sz="5400" b="1" dirty="0">
                <a:solidFill>
                  <a:srgbClr val="FF6700"/>
                </a:solidFill>
                <a:latin typeface="Arial"/>
                <a:cs typeface="Arial"/>
              </a:rPr>
              <a:t>utente</a:t>
            </a:r>
            <a:r>
              <a:rPr sz="5400" dirty="0">
                <a:solidFill>
                  <a:srgbClr val="006FC0"/>
                </a:solidFill>
                <a:latin typeface="Arial"/>
                <a:cs typeface="Arial"/>
              </a:rPr>
              <a:t>:</a:t>
            </a:r>
            <a:endParaRPr sz="5400">
              <a:latin typeface="Arial"/>
              <a:cs typeface="Arial"/>
            </a:endParaRPr>
          </a:p>
          <a:p>
            <a:pPr marL="698500" indent="-685800">
              <a:lnSpc>
                <a:spcPct val="100000"/>
              </a:lnSpc>
              <a:buChar char="•"/>
              <a:tabLst>
                <a:tab pos="697865" algn="l"/>
                <a:tab pos="698500" algn="l"/>
              </a:tabLst>
            </a:pPr>
            <a:r>
              <a:rPr sz="5400" spc="-5" dirty="0">
                <a:solidFill>
                  <a:srgbClr val="006FC0"/>
                </a:solidFill>
                <a:latin typeface="Arial"/>
                <a:cs typeface="Arial"/>
              </a:rPr>
              <a:t>belle</a:t>
            </a:r>
            <a:endParaRPr sz="5400">
              <a:latin typeface="Arial"/>
              <a:cs typeface="Arial"/>
            </a:endParaRPr>
          </a:p>
          <a:p>
            <a:pPr marL="698500" indent="-685800">
              <a:lnSpc>
                <a:spcPct val="100000"/>
              </a:lnSpc>
              <a:buChar char="•"/>
              <a:tabLst>
                <a:tab pos="697865" algn="l"/>
                <a:tab pos="698500" algn="l"/>
              </a:tabLst>
            </a:pPr>
            <a:r>
              <a:rPr sz="5400" spc="-5" dirty="0">
                <a:solidFill>
                  <a:srgbClr val="006FC0"/>
                </a:solidFill>
                <a:latin typeface="Arial"/>
                <a:cs typeface="Arial"/>
              </a:rPr>
              <a:t>comunicative</a:t>
            </a:r>
            <a:endParaRPr sz="5400">
              <a:latin typeface="Arial"/>
              <a:cs typeface="Arial"/>
            </a:endParaRPr>
          </a:p>
          <a:p>
            <a:pPr marL="698500" indent="-685800">
              <a:lnSpc>
                <a:spcPct val="100000"/>
              </a:lnSpc>
              <a:spcBef>
                <a:spcPts val="5"/>
              </a:spcBef>
              <a:buChar char="•"/>
              <a:tabLst>
                <a:tab pos="697865" algn="l"/>
                <a:tab pos="698500" algn="l"/>
                <a:tab pos="3327400" algn="l"/>
              </a:tabLst>
            </a:pPr>
            <a:r>
              <a:rPr sz="5400" spc="-5" dirty="0">
                <a:solidFill>
                  <a:srgbClr val="006FC0"/>
                </a:solidFill>
                <a:latin typeface="Arial"/>
                <a:cs typeface="Arial"/>
              </a:rPr>
              <a:t>uniformi	con</a:t>
            </a:r>
            <a:r>
              <a:rPr sz="5400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5400" spc="-5" dirty="0">
                <a:solidFill>
                  <a:srgbClr val="006FC0"/>
                </a:solidFill>
                <a:latin typeface="Arial"/>
                <a:cs typeface="Arial"/>
              </a:rPr>
              <a:t>il</a:t>
            </a:r>
            <a:r>
              <a:rPr sz="5400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5400" dirty="0">
                <a:solidFill>
                  <a:srgbClr val="006FC0"/>
                </a:solidFill>
                <a:latin typeface="Arial"/>
                <a:cs typeface="Arial"/>
              </a:rPr>
              <a:t>sistema</a:t>
            </a:r>
            <a:r>
              <a:rPr sz="5400" spc="-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5400" spc="-5" dirty="0">
                <a:solidFill>
                  <a:srgbClr val="006FC0"/>
                </a:solidFill>
                <a:latin typeface="Arial"/>
                <a:cs typeface="Arial"/>
              </a:rPr>
              <a:t>ospite</a:t>
            </a:r>
            <a:endParaRPr sz="5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615" y="1484375"/>
            <a:ext cx="12291060" cy="55245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3004290" cy="113690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70305" y="178457"/>
            <a:ext cx="11263630" cy="88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rgbClr val="FFFF00"/>
                </a:solidFill>
              </a:rPr>
              <a:t>Cos’è</a:t>
            </a:r>
            <a:r>
              <a:rPr spc="-30" dirty="0">
                <a:solidFill>
                  <a:srgbClr val="FFFF00"/>
                </a:solidFill>
              </a:rPr>
              <a:t> </a:t>
            </a:r>
            <a:r>
              <a:rPr spc="-5" dirty="0">
                <a:solidFill>
                  <a:srgbClr val="FFFF00"/>
                </a:solidFill>
              </a:rPr>
              <a:t>il</a:t>
            </a:r>
            <a:r>
              <a:rPr spc="-20" dirty="0">
                <a:solidFill>
                  <a:srgbClr val="FFFF00"/>
                </a:solidFill>
              </a:rPr>
              <a:t> </a:t>
            </a:r>
            <a:r>
              <a:rPr dirty="0">
                <a:solidFill>
                  <a:srgbClr val="FFFF00"/>
                </a:solidFill>
              </a:rPr>
              <a:t>Material</a:t>
            </a:r>
            <a:r>
              <a:rPr spc="-30" dirty="0">
                <a:solidFill>
                  <a:srgbClr val="FFFF00"/>
                </a:solidFill>
              </a:rPr>
              <a:t> </a:t>
            </a:r>
            <a:r>
              <a:rPr dirty="0">
                <a:solidFill>
                  <a:srgbClr val="FFFF00"/>
                </a:solidFill>
              </a:rPr>
              <a:t>Design?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272410" y="7346645"/>
            <a:ext cx="6132830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87655">
              <a:lnSpc>
                <a:spcPct val="100000"/>
              </a:lnSpc>
              <a:spcBef>
                <a:spcPts val="100"/>
              </a:spcBef>
            </a:pPr>
            <a:r>
              <a:rPr sz="4800" b="1" spc="-5" dirty="0">
                <a:solidFill>
                  <a:srgbClr val="006FC0"/>
                </a:solidFill>
                <a:latin typeface="Arial"/>
                <a:cs typeface="Arial"/>
              </a:rPr>
              <a:t>Il</a:t>
            </a:r>
            <a:r>
              <a:rPr sz="4800" b="1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4800" b="1" spc="-5" dirty="0">
                <a:solidFill>
                  <a:srgbClr val="006FC0"/>
                </a:solidFill>
                <a:latin typeface="Arial"/>
                <a:cs typeface="Arial"/>
              </a:rPr>
              <a:t>Material</a:t>
            </a:r>
            <a:r>
              <a:rPr sz="4800" b="1" spc="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4800" b="1" dirty="0">
                <a:solidFill>
                  <a:srgbClr val="006FC0"/>
                </a:solidFill>
                <a:latin typeface="Arial"/>
                <a:cs typeface="Arial"/>
              </a:rPr>
              <a:t>Design</a:t>
            </a:r>
            <a:r>
              <a:rPr sz="4800" b="1" spc="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4800" b="1" dirty="0">
                <a:solidFill>
                  <a:srgbClr val="006FC0"/>
                </a:solidFill>
                <a:latin typeface="Arial"/>
                <a:cs typeface="Arial"/>
              </a:rPr>
              <a:t>è </a:t>
            </a:r>
            <a:r>
              <a:rPr sz="4800" b="1" spc="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4800" b="1" spc="-5" dirty="0">
                <a:solidFill>
                  <a:srgbClr val="006FC0"/>
                </a:solidFill>
                <a:latin typeface="Arial"/>
                <a:cs typeface="Arial"/>
              </a:rPr>
              <a:t>davvero</a:t>
            </a:r>
            <a:r>
              <a:rPr sz="4800" b="1" spc="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4800" b="1" spc="-5" dirty="0">
                <a:solidFill>
                  <a:srgbClr val="006FC0"/>
                </a:solidFill>
                <a:latin typeface="Arial"/>
                <a:cs typeface="Arial"/>
              </a:rPr>
              <a:t>«material»</a:t>
            </a:r>
            <a:r>
              <a:rPr sz="4800" b="1" spc="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4800" b="1" dirty="0">
                <a:solidFill>
                  <a:srgbClr val="006FC0"/>
                </a:solidFill>
                <a:latin typeface="Arial"/>
                <a:cs typeface="Arial"/>
              </a:rPr>
              <a:t>!!</a:t>
            </a:r>
            <a:endParaRPr sz="4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35569" y="6418326"/>
            <a:ext cx="3977004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6700"/>
                </a:solidFill>
                <a:latin typeface="Arial"/>
                <a:cs typeface="Arial"/>
              </a:rPr>
              <a:t>[Fonte</a:t>
            </a:r>
            <a:r>
              <a:rPr sz="2000" spc="-10" dirty="0">
                <a:solidFill>
                  <a:srgbClr val="FF67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6700"/>
                </a:solidFill>
                <a:latin typeface="Arial"/>
                <a:cs typeface="Arial"/>
              </a:rPr>
              <a:t>immagini:</a:t>
            </a:r>
            <a:r>
              <a:rPr sz="2000" spc="-20" dirty="0">
                <a:solidFill>
                  <a:srgbClr val="FF6700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6700"/>
                </a:solidFill>
                <a:latin typeface="Arial"/>
                <a:cs typeface="Arial"/>
              </a:rPr>
              <a:t>https://material.io]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3004800" cy="97536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13004292" y="0"/>
                </a:moveTo>
                <a:lnTo>
                  <a:pt x="0" y="0"/>
                </a:lnTo>
                <a:lnTo>
                  <a:pt x="0" y="9753600"/>
                </a:lnTo>
                <a:lnTo>
                  <a:pt x="13004292" y="9753600"/>
                </a:lnTo>
                <a:lnTo>
                  <a:pt x="13004292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462" y="1514854"/>
            <a:ext cx="6523737" cy="778154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3004290" cy="113690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70305" y="0"/>
            <a:ext cx="11263630" cy="124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0" spc="-5" dirty="0">
                <a:solidFill>
                  <a:srgbClr val="FFFF00"/>
                </a:solidFill>
                <a:latin typeface="Arial"/>
                <a:cs typeface="Arial"/>
              </a:rPr>
              <a:t>Cos’è</a:t>
            </a:r>
            <a:r>
              <a:rPr sz="8000" spc="-3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8000" spc="-5" dirty="0">
                <a:solidFill>
                  <a:srgbClr val="FFFF00"/>
                </a:solidFill>
                <a:latin typeface="Arial"/>
                <a:cs typeface="Arial"/>
              </a:rPr>
              <a:t>il</a:t>
            </a:r>
            <a:r>
              <a:rPr sz="8000" spc="-2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8000" dirty="0">
                <a:solidFill>
                  <a:srgbClr val="FFFF00"/>
                </a:solidFill>
                <a:latin typeface="Arial"/>
                <a:cs typeface="Arial"/>
              </a:rPr>
              <a:t>Material</a:t>
            </a:r>
            <a:r>
              <a:rPr sz="8000" spc="-3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8000" dirty="0">
                <a:solidFill>
                  <a:srgbClr val="FFFF00"/>
                </a:solidFill>
                <a:latin typeface="Arial"/>
                <a:cs typeface="Arial"/>
              </a:rPr>
              <a:t>Design?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990968" y="2338197"/>
            <a:ext cx="5692775" cy="2038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4400" b="1" spc="-5" dirty="0">
                <a:solidFill>
                  <a:srgbClr val="006FC0"/>
                </a:solidFill>
                <a:latin typeface="Arial"/>
                <a:cs typeface="Arial"/>
              </a:rPr>
              <a:t>Colori</a:t>
            </a:r>
            <a:r>
              <a:rPr sz="4400" b="1" dirty="0">
                <a:solidFill>
                  <a:srgbClr val="006FC0"/>
                </a:solidFill>
                <a:latin typeface="Arial"/>
                <a:cs typeface="Arial"/>
              </a:rPr>
              <a:t> e</a:t>
            </a:r>
            <a:r>
              <a:rPr sz="4400" b="1" spc="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4400" b="1" dirty="0">
                <a:solidFill>
                  <a:srgbClr val="006FC0"/>
                </a:solidFill>
                <a:latin typeface="Arial"/>
                <a:cs typeface="Arial"/>
              </a:rPr>
              <a:t>animazioni </a:t>
            </a:r>
            <a:r>
              <a:rPr sz="4400" b="1" spc="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4400" b="1" dirty="0">
                <a:solidFill>
                  <a:srgbClr val="006FC0"/>
                </a:solidFill>
                <a:latin typeface="Arial"/>
                <a:cs typeface="Arial"/>
              </a:rPr>
              <a:t>diventano parte della </a:t>
            </a:r>
            <a:r>
              <a:rPr sz="4400" b="1" spc="-12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4400" b="1" dirty="0">
                <a:solidFill>
                  <a:srgbClr val="006FC0"/>
                </a:solidFill>
                <a:latin typeface="Arial"/>
                <a:cs typeface="Arial"/>
              </a:rPr>
              <a:t>comunicazione</a:t>
            </a:r>
            <a:endParaRPr sz="4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3004800" cy="97536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13004292" y="0"/>
                </a:moveTo>
                <a:lnTo>
                  <a:pt x="0" y="0"/>
                </a:lnTo>
                <a:lnTo>
                  <a:pt x="0" y="9753600"/>
                </a:lnTo>
                <a:lnTo>
                  <a:pt x="13004292" y="9753600"/>
                </a:lnTo>
                <a:lnTo>
                  <a:pt x="13004292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640080" y="1383791"/>
            <a:ext cx="10934699" cy="7013449"/>
            <a:chOff x="640080" y="1383791"/>
            <a:chExt cx="10934699" cy="7013449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080" y="1409699"/>
              <a:ext cx="1699260" cy="289407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0080" y="5449824"/>
              <a:ext cx="1699260" cy="294741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84675" y="1409699"/>
              <a:ext cx="1700783" cy="289407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67144" y="1383791"/>
              <a:ext cx="1700783" cy="291998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19144" y="5449824"/>
              <a:ext cx="1830324" cy="263194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73996" y="1383791"/>
              <a:ext cx="1700783" cy="2919983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13004290" cy="1136903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790825" y="178457"/>
            <a:ext cx="7425055" cy="88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00"/>
                </a:solidFill>
              </a:rPr>
              <a:t>I</a:t>
            </a:r>
            <a:r>
              <a:rPr spc="-45" dirty="0">
                <a:solidFill>
                  <a:srgbClr val="FFFF00"/>
                </a:solidFill>
              </a:rPr>
              <a:t> </a:t>
            </a:r>
            <a:r>
              <a:rPr dirty="0">
                <a:solidFill>
                  <a:srgbClr val="FFFF00"/>
                </a:solidFill>
              </a:rPr>
              <a:t>widget</a:t>
            </a:r>
            <a:r>
              <a:rPr spc="-45" dirty="0">
                <a:solidFill>
                  <a:srgbClr val="FFFF00"/>
                </a:solidFill>
              </a:rPr>
              <a:t> </a:t>
            </a:r>
            <a:r>
              <a:rPr dirty="0">
                <a:solidFill>
                  <a:srgbClr val="FFFF00"/>
                </a:solidFill>
              </a:rPr>
              <a:t>Material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177534" y="8693360"/>
            <a:ext cx="3918585" cy="310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sz="2000" dirty="0">
                <a:solidFill>
                  <a:srgbClr val="FF6700"/>
                </a:solidFill>
                <a:latin typeface="Arial"/>
                <a:cs typeface="Arial"/>
              </a:rPr>
              <a:t>[Fonte</a:t>
            </a:r>
            <a:r>
              <a:rPr sz="2000" spc="-25" dirty="0">
                <a:solidFill>
                  <a:srgbClr val="FF67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6700"/>
                </a:solidFill>
                <a:latin typeface="Arial"/>
                <a:cs typeface="Arial"/>
              </a:rPr>
              <a:t>immagini:</a:t>
            </a:r>
            <a:r>
              <a:rPr sz="2000" spc="-30" dirty="0">
                <a:solidFill>
                  <a:srgbClr val="FF6700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6700"/>
                </a:solidFill>
                <a:latin typeface="Arial"/>
                <a:cs typeface="Arial"/>
              </a:rPr>
              <a:t>https://flutter.dev]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68755" y="4393133"/>
            <a:ext cx="10407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65853" y="4357878"/>
            <a:ext cx="1007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Dra</a:t>
            </a:r>
            <a:r>
              <a:rPr sz="2400" spc="-15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81296" y="8432088"/>
            <a:ext cx="9067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2400" spc="-1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592" y="8432088"/>
            <a:ext cx="29025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BottomNavigationBar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01866" y="4357878"/>
            <a:ext cx="6306820" cy="3585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94735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FloatingActionButton	TabBarView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050" dirty="0">
              <a:latin typeface="Arial"/>
              <a:cs typeface="Arial"/>
            </a:endParaRPr>
          </a:p>
          <a:p>
            <a:pPr marL="102870" marR="5080">
              <a:lnSpc>
                <a:spcPct val="150000"/>
              </a:lnSpc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Flutter</a:t>
            </a:r>
            <a:r>
              <a:rPr sz="24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dispone</a:t>
            </a:r>
            <a:r>
              <a:rPr sz="24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24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un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ricco catalogo</a:t>
            </a:r>
            <a:r>
              <a:rPr sz="24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24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widget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 in</a:t>
            </a:r>
            <a:r>
              <a:rPr sz="24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stile</a:t>
            </a:r>
            <a:r>
              <a:rPr sz="24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Material.</a:t>
            </a:r>
            <a:r>
              <a:rPr sz="24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Le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 applicazioni</a:t>
            </a:r>
            <a:r>
              <a:rPr sz="2400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realizzate</a:t>
            </a:r>
            <a:r>
              <a:rPr sz="24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con </a:t>
            </a:r>
            <a:r>
              <a:rPr sz="2400" spc="-6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questo</a:t>
            </a:r>
            <a:r>
              <a:rPr sz="24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framework</a:t>
            </a:r>
            <a:r>
              <a:rPr sz="24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saranno</a:t>
            </a:r>
            <a:r>
              <a:rPr sz="24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 tutto</a:t>
            </a:r>
            <a:r>
              <a:rPr sz="2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omogenee </a:t>
            </a:r>
            <a:r>
              <a:rPr sz="2400" spc="-6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con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quelle</a:t>
            </a:r>
            <a:r>
              <a:rPr sz="240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che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 siamo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abituati</a:t>
            </a:r>
            <a:r>
              <a:rPr sz="24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ad</a:t>
            </a:r>
            <a:r>
              <a:rPr sz="24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usare</a:t>
            </a:r>
            <a:endParaRPr sz="2400" dirty="0">
              <a:latin typeface="Arial"/>
              <a:cs typeface="Arial"/>
            </a:endParaRPr>
          </a:p>
          <a:p>
            <a:pPr marL="102870">
              <a:lnSpc>
                <a:spcPct val="100000"/>
              </a:lnSpc>
              <a:spcBef>
                <a:spcPts val="144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sui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dispositivi</a:t>
            </a:r>
            <a:r>
              <a:rPr sz="24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Android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3004800" cy="97536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13004292" y="0"/>
                </a:moveTo>
                <a:lnTo>
                  <a:pt x="0" y="0"/>
                </a:lnTo>
                <a:lnTo>
                  <a:pt x="0" y="9753600"/>
                </a:lnTo>
                <a:lnTo>
                  <a:pt x="13004292" y="9753600"/>
                </a:lnTo>
                <a:lnTo>
                  <a:pt x="13004292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3004290" cy="1136903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394585" y="178457"/>
            <a:ext cx="8217534" cy="88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00"/>
                </a:solidFill>
              </a:rPr>
              <a:t>I</a:t>
            </a:r>
            <a:r>
              <a:rPr spc="-40" dirty="0">
                <a:solidFill>
                  <a:srgbClr val="FFFF00"/>
                </a:solidFill>
              </a:rPr>
              <a:t> </a:t>
            </a:r>
            <a:r>
              <a:rPr dirty="0">
                <a:solidFill>
                  <a:srgbClr val="FFFF00"/>
                </a:solidFill>
              </a:rPr>
              <a:t>widget</a:t>
            </a:r>
            <a:r>
              <a:rPr spc="-40" dirty="0">
                <a:solidFill>
                  <a:srgbClr val="FFFF00"/>
                </a:solidFill>
              </a:rPr>
              <a:t> </a:t>
            </a:r>
            <a:r>
              <a:rPr dirty="0">
                <a:solidFill>
                  <a:srgbClr val="FFFF00"/>
                </a:solidFill>
              </a:rPr>
              <a:t>Cupertino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86004" y="4376115"/>
            <a:ext cx="29876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CupertinoActionSheet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02027" y="8432088"/>
            <a:ext cx="25965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CupertinoTextField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92023" y="1406652"/>
            <a:ext cx="11279505" cy="3217545"/>
            <a:chOff x="192023" y="1406652"/>
            <a:chExt cx="11279505" cy="321754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2023" y="1406652"/>
              <a:ext cx="3176016" cy="321716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84676" y="1944624"/>
              <a:ext cx="2833116" cy="229209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36180" y="1901952"/>
              <a:ext cx="3934968" cy="2334768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3883533" y="4376115"/>
            <a:ext cx="8490585" cy="3566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16400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CupertinoAlertDialog	CupertinoDatePicker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950" dirty="0">
              <a:latin typeface="Arial"/>
              <a:cs typeface="Arial"/>
            </a:endParaRPr>
          </a:p>
          <a:p>
            <a:pPr marL="2520950" marR="5080">
              <a:lnSpc>
                <a:spcPct val="150000"/>
              </a:lnSpc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Questi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sono</a:t>
            </a:r>
            <a:r>
              <a:rPr sz="24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solo</a:t>
            </a:r>
            <a:r>
              <a:rPr sz="24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alcuni</a:t>
            </a:r>
            <a:r>
              <a:rPr sz="24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esempi</a:t>
            </a:r>
            <a:r>
              <a:rPr sz="24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24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catalogo </a:t>
            </a:r>
            <a:r>
              <a:rPr sz="2400" spc="-6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di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widget</a:t>
            </a:r>
            <a:r>
              <a:rPr sz="24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stile</a:t>
            </a:r>
            <a:r>
              <a:rPr sz="24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iOS</a:t>
            </a:r>
            <a:r>
              <a:rPr sz="24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24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cui</a:t>
            </a:r>
            <a:r>
              <a:rPr sz="24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Flutter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dispone.</a:t>
            </a:r>
            <a:endParaRPr sz="2400" dirty="0">
              <a:latin typeface="Arial"/>
              <a:cs typeface="Arial"/>
            </a:endParaRPr>
          </a:p>
          <a:p>
            <a:pPr marL="2520950" marR="614680">
              <a:lnSpc>
                <a:spcPct val="150000"/>
              </a:lnSpc>
              <a:spcBef>
                <a:spcPts val="5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Sarà</a:t>
            </a:r>
            <a:r>
              <a:rPr sz="24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sufficiente</a:t>
            </a:r>
            <a:r>
              <a:rPr sz="24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includere</a:t>
            </a:r>
            <a:r>
              <a:rPr sz="24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nel</a:t>
            </a:r>
            <a:r>
              <a:rPr sz="24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progetto</a:t>
            </a:r>
            <a:r>
              <a:rPr sz="24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il </a:t>
            </a:r>
            <a:r>
              <a:rPr sz="2400" spc="-6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package</a:t>
            </a:r>
            <a:r>
              <a:rPr sz="24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Cupertino</a:t>
            </a:r>
            <a:r>
              <a:rPr sz="24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li</a:t>
            </a:r>
            <a:r>
              <a:rPr sz="24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si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 avrà tutti</a:t>
            </a:r>
            <a:r>
              <a:rPr sz="24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propria</a:t>
            </a:r>
            <a:r>
              <a:rPr sz="24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disposizione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63039" y="5157215"/>
            <a:ext cx="3810000" cy="313334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6177534" y="8693360"/>
            <a:ext cx="3918585" cy="310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sz="2000" dirty="0">
                <a:solidFill>
                  <a:srgbClr val="FF6700"/>
                </a:solidFill>
                <a:latin typeface="Arial"/>
                <a:cs typeface="Arial"/>
              </a:rPr>
              <a:t>[Fonte</a:t>
            </a:r>
            <a:r>
              <a:rPr sz="2000" spc="-25" dirty="0">
                <a:solidFill>
                  <a:srgbClr val="FF67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6700"/>
                </a:solidFill>
                <a:latin typeface="Arial"/>
                <a:cs typeface="Arial"/>
              </a:rPr>
              <a:t>immagini:</a:t>
            </a:r>
            <a:r>
              <a:rPr sz="2000" spc="-30" dirty="0">
                <a:solidFill>
                  <a:srgbClr val="FF6700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6700"/>
                </a:solidFill>
                <a:latin typeface="Arial"/>
                <a:cs typeface="Arial"/>
              </a:rPr>
              <a:t>https://flutter.dev]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70496" y="1269428"/>
            <a:ext cx="12334240" cy="8484235"/>
            <a:chOff x="670496" y="1269428"/>
            <a:chExt cx="12334240" cy="8484235"/>
          </a:xfrm>
        </p:grpSpPr>
        <p:sp>
          <p:nvSpPr>
            <p:cNvPr id="3" name="object 3"/>
            <p:cNvSpPr/>
            <p:nvPr/>
          </p:nvSpPr>
          <p:spPr>
            <a:xfrm>
              <a:off x="4077462" y="3809238"/>
              <a:ext cx="4780915" cy="1946275"/>
            </a:xfrm>
            <a:custGeom>
              <a:avLst/>
              <a:gdLst/>
              <a:ahLst/>
              <a:cxnLst/>
              <a:rect l="l" t="t" r="r" b="b"/>
              <a:pathLst>
                <a:path w="4780915" h="1946275">
                  <a:moveTo>
                    <a:pt x="2390393" y="0"/>
                  </a:moveTo>
                  <a:lnTo>
                    <a:pt x="2323486" y="373"/>
                  </a:lnTo>
                  <a:lnTo>
                    <a:pt x="2257033" y="1488"/>
                  </a:lnTo>
                  <a:lnTo>
                    <a:pt x="2191059" y="3334"/>
                  </a:lnTo>
                  <a:lnTo>
                    <a:pt x="2125587" y="5902"/>
                  </a:lnTo>
                  <a:lnTo>
                    <a:pt x="2060643" y="9182"/>
                  </a:lnTo>
                  <a:lnTo>
                    <a:pt x="1996248" y="13164"/>
                  </a:lnTo>
                  <a:lnTo>
                    <a:pt x="1932429" y="17838"/>
                  </a:lnTo>
                  <a:lnTo>
                    <a:pt x="1869208" y="23194"/>
                  </a:lnTo>
                  <a:lnTo>
                    <a:pt x="1806609" y="29224"/>
                  </a:lnTo>
                  <a:lnTo>
                    <a:pt x="1744657" y="35916"/>
                  </a:lnTo>
                  <a:lnTo>
                    <a:pt x="1683376" y="43262"/>
                  </a:lnTo>
                  <a:lnTo>
                    <a:pt x="1622788" y="51252"/>
                  </a:lnTo>
                  <a:lnTo>
                    <a:pt x="1562920" y="59875"/>
                  </a:lnTo>
                  <a:lnTo>
                    <a:pt x="1503793" y="69122"/>
                  </a:lnTo>
                  <a:lnTo>
                    <a:pt x="1445433" y="78984"/>
                  </a:lnTo>
                  <a:lnTo>
                    <a:pt x="1387863" y="89450"/>
                  </a:lnTo>
                  <a:lnTo>
                    <a:pt x="1331107" y="100511"/>
                  </a:lnTo>
                  <a:lnTo>
                    <a:pt x="1275190" y="112157"/>
                  </a:lnTo>
                  <a:lnTo>
                    <a:pt x="1220134" y="124379"/>
                  </a:lnTo>
                  <a:lnTo>
                    <a:pt x="1165965" y="137166"/>
                  </a:lnTo>
                  <a:lnTo>
                    <a:pt x="1112706" y="150509"/>
                  </a:lnTo>
                  <a:lnTo>
                    <a:pt x="1060381" y="164398"/>
                  </a:lnTo>
                  <a:lnTo>
                    <a:pt x="1009014" y="178823"/>
                  </a:lnTo>
                  <a:lnTo>
                    <a:pt x="958629" y="193775"/>
                  </a:lnTo>
                  <a:lnTo>
                    <a:pt x="909250" y="209244"/>
                  </a:lnTo>
                  <a:lnTo>
                    <a:pt x="860900" y="225220"/>
                  </a:lnTo>
                  <a:lnTo>
                    <a:pt x="813605" y="241693"/>
                  </a:lnTo>
                  <a:lnTo>
                    <a:pt x="767388" y="258654"/>
                  </a:lnTo>
                  <a:lnTo>
                    <a:pt x="722272" y="276092"/>
                  </a:lnTo>
                  <a:lnTo>
                    <a:pt x="678282" y="293999"/>
                  </a:lnTo>
                  <a:lnTo>
                    <a:pt x="635442" y="312364"/>
                  </a:lnTo>
                  <a:lnTo>
                    <a:pt x="593775" y="331177"/>
                  </a:lnTo>
                  <a:lnTo>
                    <a:pt x="553306" y="350429"/>
                  </a:lnTo>
                  <a:lnTo>
                    <a:pt x="514059" y="370111"/>
                  </a:lnTo>
                  <a:lnTo>
                    <a:pt x="476057" y="390211"/>
                  </a:lnTo>
                  <a:lnTo>
                    <a:pt x="439325" y="410722"/>
                  </a:lnTo>
                  <a:lnTo>
                    <a:pt x="403886" y="431632"/>
                  </a:lnTo>
                  <a:lnTo>
                    <a:pt x="369765" y="452932"/>
                  </a:lnTo>
                  <a:lnTo>
                    <a:pt x="336986" y="474613"/>
                  </a:lnTo>
                  <a:lnTo>
                    <a:pt x="305571" y="496664"/>
                  </a:lnTo>
                  <a:lnTo>
                    <a:pt x="246935" y="541838"/>
                  </a:lnTo>
                  <a:lnTo>
                    <a:pt x="194047" y="588378"/>
                  </a:lnTo>
                  <a:lnTo>
                    <a:pt x="147101" y="636206"/>
                  </a:lnTo>
                  <a:lnTo>
                    <a:pt x="106287" y="685242"/>
                  </a:lnTo>
                  <a:lnTo>
                    <a:pt x="71798" y="735410"/>
                  </a:lnTo>
                  <a:lnTo>
                    <a:pt x="43825" y="786631"/>
                  </a:lnTo>
                  <a:lnTo>
                    <a:pt x="22559" y="838828"/>
                  </a:lnTo>
                  <a:lnTo>
                    <a:pt x="8193" y="891921"/>
                  </a:lnTo>
                  <a:lnTo>
                    <a:pt x="918" y="945834"/>
                  </a:lnTo>
                  <a:lnTo>
                    <a:pt x="0" y="973074"/>
                  </a:lnTo>
                  <a:lnTo>
                    <a:pt x="918" y="1000313"/>
                  </a:lnTo>
                  <a:lnTo>
                    <a:pt x="8193" y="1054226"/>
                  </a:lnTo>
                  <a:lnTo>
                    <a:pt x="22559" y="1107319"/>
                  </a:lnTo>
                  <a:lnTo>
                    <a:pt x="43825" y="1159516"/>
                  </a:lnTo>
                  <a:lnTo>
                    <a:pt x="71798" y="1210737"/>
                  </a:lnTo>
                  <a:lnTo>
                    <a:pt x="106287" y="1260905"/>
                  </a:lnTo>
                  <a:lnTo>
                    <a:pt x="147101" y="1309941"/>
                  </a:lnTo>
                  <a:lnTo>
                    <a:pt x="194047" y="1357769"/>
                  </a:lnTo>
                  <a:lnTo>
                    <a:pt x="246935" y="1404309"/>
                  </a:lnTo>
                  <a:lnTo>
                    <a:pt x="305571" y="1449483"/>
                  </a:lnTo>
                  <a:lnTo>
                    <a:pt x="336986" y="1471534"/>
                  </a:lnTo>
                  <a:lnTo>
                    <a:pt x="369765" y="1493215"/>
                  </a:lnTo>
                  <a:lnTo>
                    <a:pt x="403886" y="1514515"/>
                  </a:lnTo>
                  <a:lnTo>
                    <a:pt x="439325" y="1535425"/>
                  </a:lnTo>
                  <a:lnTo>
                    <a:pt x="476057" y="1555936"/>
                  </a:lnTo>
                  <a:lnTo>
                    <a:pt x="514059" y="1576036"/>
                  </a:lnTo>
                  <a:lnTo>
                    <a:pt x="553306" y="1595718"/>
                  </a:lnTo>
                  <a:lnTo>
                    <a:pt x="593775" y="1614970"/>
                  </a:lnTo>
                  <a:lnTo>
                    <a:pt x="635442" y="1633783"/>
                  </a:lnTo>
                  <a:lnTo>
                    <a:pt x="678282" y="1652148"/>
                  </a:lnTo>
                  <a:lnTo>
                    <a:pt x="722272" y="1670055"/>
                  </a:lnTo>
                  <a:lnTo>
                    <a:pt x="767388" y="1687493"/>
                  </a:lnTo>
                  <a:lnTo>
                    <a:pt x="813605" y="1704454"/>
                  </a:lnTo>
                  <a:lnTo>
                    <a:pt x="860900" y="1720927"/>
                  </a:lnTo>
                  <a:lnTo>
                    <a:pt x="909250" y="1736903"/>
                  </a:lnTo>
                  <a:lnTo>
                    <a:pt x="958629" y="1752372"/>
                  </a:lnTo>
                  <a:lnTo>
                    <a:pt x="1009014" y="1767324"/>
                  </a:lnTo>
                  <a:lnTo>
                    <a:pt x="1060381" y="1781749"/>
                  </a:lnTo>
                  <a:lnTo>
                    <a:pt x="1112706" y="1795638"/>
                  </a:lnTo>
                  <a:lnTo>
                    <a:pt x="1165965" y="1808981"/>
                  </a:lnTo>
                  <a:lnTo>
                    <a:pt x="1220134" y="1821768"/>
                  </a:lnTo>
                  <a:lnTo>
                    <a:pt x="1275190" y="1833990"/>
                  </a:lnTo>
                  <a:lnTo>
                    <a:pt x="1331107" y="1845636"/>
                  </a:lnTo>
                  <a:lnTo>
                    <a:pt x="1387863" y="1856697"/>
                  </a:lnTo>
                  <a:lnTo>
                    <a:pt x="1445433" y="1867163"/>
                  </a:lnTo>
                  <a:lnTo>
                    <a:pt x="1503793" y="1877025"/>
                  </a:lnTo>
                  <a:lnTo>
                    <a:pt x="1562920" y="1886272"/>
                  </a:lnTo>
                  <a:lnTo>
                    <a:pt x="1622788" y="1894895"/>
                  </a:lnTo>
                  <a:lnTo>
                    <a:pt x="1683376" y="1902885"/>
                  </a:lnTo>
                  <a:lnTo>
                    <a:pt x="1744657" y="1910231"/>
                  </a:lnTo>
                  <a:lnTo>
                    <a:pt x="1806609" y="1916923"/>
                  </a:lnTo>
                  <a:lnTo>
                    <a:pt x="1869208" y="1922953"/>
                  </a:lnTo>
                  <a:lnTo>
                    <a:pt x="1932429" y="1928309"/>
                  </a:lnTo>
                  <a:lnTo>
                    <a:pt x="1996248" y="1932983"/>
                  </a:lnTo>
                  <a:lnTo>
                    <a:pt x="2060643" y="1936965"/>
                  </a:lnTo>
                  <a:lnTo>
                    <a:pt x="2125587" y="1940245"/>
                  </a:lnTo>
                  <a:lnTo>
                    <a:pt x="2191059" y="1942813"/>
                  </a:lnTo>
                  <a:lnTo>
                    <a:pt x="2257033" y="1944659"/>
                  </a:lnTo>
                  <a:lnTo>
                    <a:pt x="2323486" y="1945774"/>
                  </a:lnTo>
                  <a:lnTo>
                    <a:pt x="2390393" y="1946148"/>
                  </a:lnTo>
                  <a:lnTo>
                    <a:pt x="2457301" y="1945774"/>
                  </a:lnTo>
                  <a:lnTo>
                    <a:pt x="2523754" y="1944659"/>
                  </a:lnTo>
                  <a:lnTo>
                    <a:pt x="2589728" y="1942813"/>
                  </a:lnTo>
                  <a:lnTo>
                    <a:pt x="2655200" y="1940245"/>
                  </a:lnTo>
                  <a:lnTo>
                    <a:pt x="2720144" y="1936965"/>
                  </a:lnTo>
                  <a:lnTo>
                    <a:pt x="2784539" y="1932983"/>
                  </a:lnTo>
                  <a:lnTo>
                    <a:pt x="2848358" y="1928309"/>
                  </a:lnTo>
                  <a:lnTo>
                    <a:pt x="2911579" y="1922953"/>
                  </a:lnTo>
                  <a:lnTo>
                    <a:pt x="2974178" y="1916923"/>
                  </a:lnTo>
                  <a:lnTo>
                    <a:pt x="3036130" y="1910231"/>
                  </a:lnTo>
                  <a:lnTo>
                    <a:pt x="3097411" y="1902885"/>
                  </a:lnTo>
                  <a:lnTo>
                    <a:pt x="3157999" y="1894895"/>
                  </a:lnTo>
                  <a:lnTo>
                    <a:pt x="3217867" y="1886272"/>
                  </a:lnTo>
                  <a:lnTo>
                    <a:pt x="3276994" y="1877025"/>
                  </a:lnTo>
                  <a:lnTo>
                    <a:pt x="3335354" y="1867163"/>
                  </a:lnTo>
                  <a:lnTo>
                    <a:pt x="3392924" y="1856697"/>
                  </a:lnTo>
                  <a:lnTo>
                    <a:pt x="3449680" y="1845636"/>
                  </a:lnTo>
                  <a:lnTo>
                    <a:pt x="3505597" y="1833990"/>
                  </a:lnTo>
                  <a:lnTo>
                    <a:pt x="3560653" y="1821768"/>
                  </a:lnTo>
                  <a:lnTo>
                    <a:pt x="3614822" y="1808981"/>
                  </a:lnTo>
                  <a:lnTo>
                    <a:pt x="3668081" y="1795638"/>
                  </a:lnTo>
                  <a:lnTo>
                    <a:pt x="3720406" y="1781749"/>
                  </a:lnTo>
                  <a:lnTo>
                    <a:pt x="3771773" y="1767324"/>
                  </a:lnTo>
                  <a:lnTo>
                    <a:pt x="3822158" y="1752372"/>
                  </a:lnTo>
                  <a:lnTo>
                    <a:pt x="3871537" y="1736903"/>
                  </a:lnTo>
                  <a:lnTo>
                    <a:pt x="3919887" y="1720927"/>
                  </a:lnTo>
                  <a:lnTo>
                    <a:pt x="3967182" y="1704454"/>
                  </a:lnTo>
                  <a:lnTo>
                    <a:pt x="4013399" y="1687493"/>
                  </a:lnTo>
                  <a:lnTo>
                    <a:pt x="4058515" y="1670055"/>
                  </a:lnTo>
                  <a:lnTo>
                    <a:pt x="4102505" y="1652148"/>
                  </a:lnTo>
                  <a:lnTo>
                    <a:pt x="4145345" y="1633783"/>
                  </a:lnTo>
                  <a:lnTo>
                    <a:pt x="4187012" y="1614970"/>
                  </a:lnTo>
                  <a:lnTo>
                    <a:pt x="4227481" y="1595718"/>
                  </a:lnTo>
                  <a:lnTo>
                    <a:pt x="4266728" y="1576036"/>
                  </a:lnTo>
                  <a:lnTo>
                    <a:pt x="4304730" y="1555936"/>
                  </a:lnTo>
                  <a:lnTo>
                    <a:pt x="4341462" y="1535425"/>
                  </a:lnTo>
                  <a:lnTo>
                    <a:pt x="4376901" y="1514515"/>
                  </a:lnTo>
                  <a:lnTo>
                    <a:pt x="4411022" y="1493215"/>
                  </a:lnTo>
                  <a:lnTo>
                    <a:pt x="4443801" y="1471534"/>
                  </a:lnTo>
                  <a:lnTo>
                    <a:pt x="4475216" y="1449483"/>
                  </a:lnTo>
                  <a:lnTo>
                    <a:pt x="4533852" y="1404309"/>
                  </a:lnTo>
                  <a:lnTo>
                    <a:pt x="4586740" y="1357769"/>
                  </a:lnTo>
                  <a:lnTo>
                    <a:pt x="4633686" y="1309941"/>
                  </a:lnTo>
                  <a:lnTo>
                    <a:pt x="4674500" y="1260905"/>
                  </a:lnTo>
                  <a:lnTo>
                    <a:pt x="4708989" y="1210737"/>
                  </a:lnTo>
                  <a:lnTo>
                    <a:pt x="4736962" y="1159516"/>
                  </a:lnTo>
                  <a:lnTo>
                    <a:pt x="4758228" y="1107319"/>
                  </a:lnTo>
                  <a:lnTo>
                    <a:pt x="4772594" y="1054226"/>
                  </a:lnTo>
                  <a:lnTo>
                    <a:pt x="4779869" y="1000313"/>
                  </a:lnTo>
                  <a:lnTo>
                    <a:pt x="4780788" y="973074"/>
                  </a:lnTo>
                  <a:lnTo>
                    <a:pt x="4779869" y="945834"/>
                  </a:lnTo>
                  <a:lnTo>
                    <a:pt x="4772594" y="891921"/>
                  </a:lnTo>
                  <a:lnTo>
                    <a:pt x="4758228" y="838828"/>
                  </a:lnTo>
                  <a:lnTo>
                    <a:pt x="4736962" y="786631"/>
                  </a:lnTo>
                  <a:lnTo>
                    <a:pt x="4708989" y="735410"/>
                  </a:lnTo>
                  <a:lnTo>
                    <a:pt x="4674500" y="685242"/>
                  </a:lnTo>
                  <a:lnTo>
                    <a:pt x="4633686" y="636206"/>
                  </a:lnTo>
                  <a:lnTo>
                    <a:pt x="4586740" y="588378"/>
                  </a:lnTo>
                  <a:lnTo>
                    <a:pt x="4533852" y="541838"/>
                  </a:lnTo>
                  <a:lnTo>
                    <a:pt x="4475216" y="496664"/>
                  </a:lnTo>
                  <a:lnTo>
                    <a:pt x="4443801" y="474613"/>
                  </a:lnTo>
                  <a:lnTo>
                    <a:pt x="4411022" y="452932"/>
                  </a:lnTo>
                  <a:lnTo>
                    <a:pt x="4376901" y="431632"/>
                  </a:lnTo>
                  <a:lnTo>
                    <a:pt x="4341462" y="410722"/>
                  </a:lnTo>
                  <a:lnTo>
                    <a:pt x="4304730" y="390211"/>
                  </a:lnTo>
                  <a:lnTo>
                    <a:pt x="4266728" y="370111"/>
                  </a:lnTo>
                  <a:lnTo>
                    <a:pt x="4227481" y="350429"/>
                  </a:lnTo>
                  <a:lnTo>
                    <a:pt x="4187012" y="331177"/>
                  </a:lnTo>
                  <a:lnTo>
                    <a:pt x="4145345" y="312364"/>
                  </a:lnTo>
                  <a:lnTo>
                    <a:pt x="4102505" y="293999"/>
                  </a:lnTo>
                  <a:lnTo>
                    <a:pt x="4058515" y="276092"/>
                  </a:lnTo>
                  <a:lnTo>
                    <a:pt x="4013399" y="258654"/>
                  </a:lnTo>
                  <a:lnTo>
                    <a:pt x="3967182" y="241693"/>
                  </a:lnTo>
                  <a:lnTo>
                    <a:pt x="3919887" y="225220"/>
                  </a:lnTo>
                  <a:lnTo>
                    <a:pt x="3871537" y="209244"/>
                  </a:lnTo>
                  <a:lnTo>
                    <a:pt x="3822158" y="193775"/>
                  </a:lnTo>
                  <a:lnTo>
                    <a:pt x="3771773" y="178823"/>
                  </a:lnTo>
                  <a:lnTo>
                    <a:pt x="3720406" y="164398"/>
                  </a:lnTo>
                  <a:lnTo>
                    <a:pt x="3668081" y="150509"/>
                  </a:lnTo>
                  <a:lnTo>
                    <a:pt x="3614822" y="137166"/>
                  </a:lnTo>
                  <a:lnTo>
                    <a:pt x="3560653" y="124379"/>
                  </a:lnTo>
                  <a:lnTo>
                    <a:pt x="3505597" y="112157"/>
                  </a:lnTo>
                  <a:lnTo>
                    <a:pt x="3449680" y="100511"/>
                  </a:lnTo>
                  <a:lnTo>
                    <a:pt x="3392924" y="89450"/>
                  </a:lnTo>
                  <a:lnTo>
                    <a:pt x="3335354" y="78984"/>
                  </a:lnTo>
                  <a:lnTo>
                    <a:pt x="3276994" y="69122"/>
                  </a:lnTo>
                  <a:lnTo>
                    <a:pt x="3217867" y="59875"/>
                  </a:lnTo>
                  <a:lnTo>
                    <a:pt x="3157999" y="51252"/>
                  </a:lnTo>
                  <a:lnTo>
                    <a:pt x="3097411" y="43262"/>
                  </a:lnTo>
                  <a:lnTo>
                    <a:pt x="3036130" y="35916"/>
                  </a:lnTo>
                  <a:lnTo>
                    <a:pt x="2974178" y="29224"/>
                  </a:lnTo>
                  <a:lnTo>
                    <a:pt x="2911579" y="23194"/>
                  </a:lnTo>
                  <a:lnTo>
                    <a:pt x="2848358" y="17838"/>
                  </a:lnTo>
                  <a:lnTo>
                    <a:pt x="2784539" y="13164"/>
                  </a:lnTo>
                  <a:lnTo>
                    <a:pt x="2720144" y="9182"/>
                  </a:lnTo>
                  <a:lnTo>
                    <a:pt x="2655200" y="5902"/>
                  </a:lnTo>
                  <a:lnTo>
                    <a:pt x="2589728" y="3334"/>
                  </a:lnTo>
                  <a:lnTo>
                    <a:pt x="2523754" y="1488"/>
                  </a:lnTo>
                  <a:lnTo>
                    <a:pt x="2457301" y="373"/>
                  </a:lnTo>
                  <a:lnTo>
                    <a:pt x="2390393" y="0"/>
                  </a:lnTo>
                  <a:close/>
                </a:path>
              </a:pathLst>
            </a:custGeom>
            <a:solidFill>
              <a:srgbClr val="D0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077462" y="3809238"/>
              <a:ext cx="4780915" cy="1946275"/>
            </a:xfrm>
            <a:custGeom>
              <a:avLst/>
              <a:gdLst/>
              <a:ahLst/>
              <a:cxnLst/>
              <a:rect l="l" t="t" r="r" b="b"/>
              <a:pathLst>
                <a:path w="4780915" h="1946275">
                  <a:moveTo>
                    <a:pt x="0" y="973074"/>
                  </a:moveTo>
                  <a:lnTo>
                    <a:pt x="3657" y="918780"/>
                  </a:lnTo>
                  <a:lnTo>
                    <a:pt x="14501" y="865267"/>
                  </a:lnTo>
                  <a:lnTo>
                    <a:pt x="32341" y="812613"/>
                  </a:lnTo>
                  <a:lnTo>
                    <a:pt x="56985" y="760894"/>
                  </a:lnTo>
                  <a:lnTo>
                    <a:pt x="88240" y="710190"/>
                  </a:lnTo>
                  <a:lnTo>
                    <a:pt x="125916" y="660578"/>
                  </a:lnTo>
                  <a:lnTo>
                    <a:pt x="169820" y="612136"/>
                  </a:lnTo>
                  <a:lnTo>
                    <a:pt x="219761" y="564943"/>
                  </a:lnTo>
                  <a:lnTo>
                    <a:pt x="275546" y="519075"/>
                  </a:lnTo>
                  <a:lnTo>
                    <a:pt x="336986" y="474613"/>
                  </a:lnTo>
                  <a:lnTo>
                    <a:pt x="369765" y="452932"/>
                  </a:lnTo>
                  <a:lnTo>
                    <a:pt x="403886" y="431632"/>
                  </a:lnTo>
                  <a:lnTo>
                    <a:pt x="439325" y="410722"/>
                  </a:lnTo>
                  <a:lnTo>
                    <a:pt x="476057" y="390211"/>
                  </a:lnTo>
                  <a:lnTo>
                    <a:pt x="514059" y="370111"/>
                  </a:lnTo>
                  <a:lnTo>
                    <a:pt x="553306" y="350429"/>
                  </a:lnTo>
                  <a:lnTo>
                    <a:pt x="593775" y="331177"/>
                  </a:lnTo>
                  <a:lnTo>
                    <a:pt x="635442" y="312364"/>
                  </a:lnTo>
                  <a:lnTo>
                    <a:pt x="678282" y="293999"/>
                  </a:lnTo>
                  <a:lnTo>
                    <a:pt x="722272" y="276092"/>
                  </a:lnTo>
                  <a:lnTo>
                    <a:pt x="767388" y="258654"/>
                  </a:lnTo>
                  <a:lnTo>
                    <a:pt x="813605" y="241693"/>
                  </a:lnTo>
                  <a:lnTo>
                    <a:pt x="860900" y="225220"/>
                  </a:lnTo>
                  <a:lnTo>
                    <a:pt x="909250" y="209244"/>
                  </a:lnTo>
                  <a:lnTo>
                    <a:pt x="958629" y="193775"/>
                  </a:lnTo>
                  <a:lnTo>
                    <a:pt x="1009014" y="178823"/>
                  </a:lnTo>
                  <a:lnTo>
                    <a:pt x="1060381" y="164398"/>
                  </a:lnTo>
                  <a:lnTo>
                    <a:pt x="1112706" y="150509"/>
                  </a:lnTo>
                  <a:lnTo>
                    <a:pt x="1165965" y="137166"/>
                  </a:lnTo>
                  <a:lnTo>
                    <a:pt x="1220134" y="124379"/>
                  </a:lnTo>
                  <a:lnTo>
                    <a:pt x="1275190" y="112157"/>
                  </a:lnTo>
                  <a:lnTo>
                    <a:pt x="1331107" y="100511"/>
                  </a:lnTo>
                  <a:lnTo>
                    <a:pt x="1387863" y="89450"/>
                  </a:lnTo>
                  <a:lnTo>
                    <a:pt x="1445433" y="78984"/>
                  </a:lnTo>
                  <a:lnTo>
                    <a:pt x="1503793" y="69122"/>
                  </a:lnTo>
                  <a:lnTo>
                    <a:pt x="1562920" y="59875"/>
                  </a:lnTo>
                  <a:lnTo>
                    <a:pt x="1622788" y="51252"/>
                  </a:lnTo>
                  <a:lnTo>
                    <a:pt x="1683376" y="43262"/>
                  </a:lnTo>
                  <a:lnTo>
                    <a:pt x="1744657" y="35916"/>
                  </a:lnTo>
                  <a:lnTo>
                    <a:pt x="1806609" y="29224"/>
                  </a:lnTo>
                  <a:lnTo>
                    <a:pt x="1869208" y="23194"/>
                  </a:lnTo>
                  <a:lnTo>
                    <a:pt x="1932429" y="17838"/>
                  </a:lnTo>
                  <a:lnTo>
                    <a:pt x="1996248" y="13164"/>
                  </a:lnTo>
                  <a:lnTo>
                    <a:pt x="2060643" y="9182"/>
                  </a:lnTo>
                  <a:lnTo>
                    <a:pt x="2125587" y="5902"/>
                  </a:lnTo>
                  <a:lnTo>
                    <a:pt x="2191059" y="3334"/>
                  </a:lnTo>
                  <a:lnTo>
                    <a:pt x="2257033" y="1488"/>
                  </a:lnTo>
                  <a:lnTo>
                    <a:pt x="2323486" y="373"/>
                  </a:lnTo>
                  <a:lnTo>
                    <a:pt x="2390393" y="0"/>
                  </a:lnTo>
                  <a:lnTo>
                    <a:pt x="2457301" y="373"/>
                  </a:lnTo>
                  <a:lnTo>
                    <a:pt x="2523754" y="1488"/>
                  </a:lnTo>
                  <a:lnTo>
                    <a:pt x="2589728" y="3334"/>
                  </a:lnTo>
                  <a:lnTo>
                    <a:pt x="2655200" y="5902"/>
                  </a:lnTo>
                  <a:lnTo>
                    <a:pt x="2720144" y="9182"/>
                  </a:lnTo>
                  <a:lnTo>
                    <a:pt x="2784539" y="13164"/>
                  </a:lnTo>
                  <a:lnTo>
                    <a:pt x="2848358" y="17838"/>
                  </a:lnTo>
                  <a:lnTo>
                    <a:pt x="2911579" y="23194"/>
                  </a:lnTo>
                  <a:lnTo>
                    <a:pt x="2974178" y="29224"/>
                  </a:lnTo>
                  <a:lnTo>
                    <a:pt x="3036130" y="35916"/>
                  </a:lnTo>
                  <a:lnTo>
                    <a:pt x="3097411" y="43262"/>
                  </a:lnTo>
                  <a:lnTo>
                    <a:pt x="3157999" y="51252"/>
                  </a:lnTo>
                  <a:lnTo>
                    <a:pt x="3217867" y="59875"/>
                  </a:lnTo>
                  <a:lnTo>
                    <a:pt x="3276994" y="69122"/>
                  </a:lnTo>
                  <a:lnTo>
                    <a:pt x="3335354" y="78984"/>
                  </a:lnTo>
                  <a:lnTo>
                    <a:pt x="3392924" y="89450"/>
                  </a:lnTo>
                  <a:lnTo>
                    <a:pt x="3449680" y="100511"/>
                  </a:lnTo>
                  <a:lnTo>
                    <a:pt x="3505597" y="112157"/>
                  </a:lnTo>
                  <a:lnTo>
                    <a:pt x="3560653" y="124379"/>
                  </a:lnTo>
                  <a:lnTo>
                    <a:pt x="3614822" y="137166"/>
                  </a:lnTo>
                  <a:lnTo>
                    <a:pt x="3668081" y="150509"/>
                  </a:lnTo>
                  <a:lnTo>
                    <a:pt x="3720406" y="164398"/>
                  </a:lnTo>
                  <a:lnTo>
                    <a:pt x="3771773" y="178823"/>
                  </a:lnTo>
                  <a:lnTo>
                    <a:pt x="3822158" y="193775"/>
                  </a:lnTo>
                  <a:lnTo>
                    <a:pt x="3871537" y="209244"/>
                  </a:lnTo>
                  <a:lnTo>
                    <a:pt x="3919887" y="225220"/>
                  </a:lnTo>
                  <a:lnTo>
                    <a:pt x="3967182" y="241693"/>
                  </a:lnTo>
                  <a:lnTo>
                    <a:pt x="4013399" y="258654"/>
                  </a:lnTo>
                  <a:lnTo>
                    <a:pt x="4058515" y="276092"/>
                  </a:lnTo>
                  <a:lnTo>
                    <a:pt x="4102505" y="293999"/>
                  </a:lnTo>
                  <a:lnTo>
                    <a:pt x="4145345" y="312364"/>
                  </a:lnTo>
                  <a:lnTo>
                    <a:pt x="4187012" y="331177"/>
                  </a:lnTo>
                  <a:lnTo>
                    <a:pt x="4227481" y="350429"/>
                  </a:lnTo>
                  <a:lnTo>
                    <a:pt x="4266728" y="370111"/>
                  </a:lnTo>
                  <a:lnTo>
                    <a:pt x="4304730" y="390211"/>
                  </a:lnTo>
                  <a:lnTo>
                    <a:pt x="4341462" y="410722"/>
                  </a:lnTo>
                  <a:lnTo>
                    <a:pt x="4376901" y="431632"/>
                  </a:lnTo>
                  <a:lnTo>
                    <a:pt x="4411022" y="452932"/>
                  </a:lnTo>
                  <a:lnTo>
                    <a:pt x="4443801" y="474613"/>
                  </a:lnTo>
                  <a:lnTo>
                    <a:pt x="4475216" y="496664"/>
                  </a:lnTo>
                  <a:lnTo>
                    <a:pt x="4533852" y="541838"/>
                  </a:lnTo>
                  <a:lnTo>
                    <a:pt x="4586740" y="588378"/>
                  </a:lnTo>
                  <a:lnTo>
                    <a:pt x="4633686" y="636206"/>
                  </a:lnTo>
                  <a:lnTo>
                    <a:pt x="4674500" y="685242"/>
                  </a:lnTo>
                  <a:lnTo>
                    <a:pt x="4708989" y="735410"/>
                  </a:lnTo>
                  <a:lnTo>
                    <a:pt x="4736962" y="786631"/>
                  </a:lnTo>
                  <a:lnTo>
                    <a:pt x="4758228" y="838828"/>
                  </a:lnTo>
                  <a:lnTo>
                    <a:pt x="4772594" y="891921"/>
                  </a:lnTo>
                  <a:lnTo>
                    <a:pt x="4779869" y="945834"/>
                  </a:lnTo>
                  <a:lnTo>
                    <a:pt x="4780788" y="973074"/>
                  </a:lnTo>
                  <a:lnTo>
                    <a:pt x="4779869" y="1000313"/>
                  </a:lnTo>
                  <a:lnTo>
                    <a:pt x="4772594" y="1054226"/>
                  </a:lnTo>
                  <a:lnTo>
                    <a:pt x="4758228" y="1107319"/>
                  </a:lnTo>
                  <a:lnTo>
                    <a:pt x="4736962" y="1159516"/>
                  </a:lnTo>
                  <a:lnTo>
                    <a:pt x="4708989" y="1210737"/>
                  </a:lnTo>
                  <a:lnTo>
                    <a:pt x="4674500" y="1260905"/>
                  </a:lnTo>
                  <a:lnTo>
                    <a:pt x="4633686" y="1309941"/>
                  </a:lnTo>
                  <a:lnTo>
                    <a:pt x="4586740" y="1357769"/>
                  </a:lnTo>
                  <a:lnTo>
                    <a:pt x="4533852" y="1404309"/>
                  </a:lnTo>
                  <a:lnTo>
                    <a:pt x="4475216" y="1449483"/>
                  </a:lnTo>
                  <a:lnTo>
                    <a:pt x="4443801" y="1471534"/>
                  </a:lnTo>
                  <a:lnTo>
                    <a:pt x="4411022" y="1493215"/>
                  </a:lnTo>
                  <a:lnTo>
                    <a:pt x="4376901" y="1514515"/>
                  </a:lnTo>
                  <a:lnTo>
                    <a:pt x="4341462" y="1535425"/>
                  </a:lnTo>
                  <a:lnTo>
                    <a:pt x="4304730" y="1555936"/>
                  </a:lnTo>
                  <a:lnTo>
                    <a:pt x="4266728" y="1576036"/>
                  </a:lnTo>
                  <a:lnTo>
                    <a:pt x="4227481" y="1595718"/>
                  </a:lnTo>
                  <a:lnTo>
                    <a:pt x="4187012" y="1614970"/>
                  </a:lnTo>
                  <a:lnTo>
                    <a:pt x="4145345" y="1633783"/>
                  </a:lnTo>
                  <a:lnTo>
                    <a:pt x="4102505" y="1652148"/>
                  </a:lnTo>
                  <a:lnTo>
                    <a:pt x="4058515" y="1670055"/>
                  </a:lnTo>
                  <a:lnTo>
                    <a:pt x="4013399" y="1687493"/>
                  </a:lnTo>
                  <a:lnTo>
                    <a:pt x="3967182" y="1704454"/>
                  </a:lnTo>
                  <a:lnTo>
                    <a:pt x="3919887" y="1720927"/>
                  </a:lnTo>
                  <a:lnTo>
                    <a:pt x="3871537" y="1736903"/>
                  </a:lnTo>
                  <a:lnTo>
                    <a:pt x="3822158" y="1752372"/>
                  </a:lnTo>
                  <a:lnTo>
                    <a:pt x="3771773" y="1767324"/>
                  </a:lnTo>
                  <a:lnTo>
                    <a:pt x="3720406" y="1781749"/>
                  </a:lnTo>
                  <a:lnTo>
                    <a:pt x="3668081" y="1795638"/>
                  </a:lnTo>
                  <a:lnTo>
                    <a:pt x="3614822" y="1808981"/>
                  </a:lnTo>
                  <a:lnTo>
                    <a:pt x="3560653" y="1821768"/>
                  </a:lnTo>
                  <a:lnTo>
                    <a:pt x="3505597" y="1833990"/>
                  </a:lnTo>
                  <a:lnTo>
                    <a:pt x="3449680" y="1845636"/>
                  </a:lnTo>
                  <a:lnTo>
                    <a:pt x="3392924" y="1856697"/>
                  </a:lnTo>
                  <a:lnTo>
                    <a:pt x="3335354" y="1867163"/>
                  </a:lnTo>
                  <a:lnTo>
                    <a:pt x="3276994" y="1877025"/>
                  </a:lnTo>
                  <a:lnTo>
                    <a:pt x="3217867" y="1886272"/>
                  </a:lnTo>
                  <a:lnTo>
                    <a:pt x="3157999" y="1894895"/>
                  </a:lnTo>
                  <a:lnTo>
                    <a:pt x="3097411" y="1902885"/>
                  </a:lnTo>
                  <a:lnTo>
                    <a:pt x="3036130" y="1910231"/>
                  </a:lnTo>
                  <a:lnTo>
                    <a:pt x="2974178" y="1916923"/>
                  </a:lnTo>
                  <a:lnTo>
                    <a:pt x="2911579" y="1922953"/>
                  </a:lnTo>
                  <a:lnTo>
                    <a:pt x="2848358" y="1928309"/>
                  </a:lnTo>
                  <a:lnTo>
                    <a:pt x="2784539" y="1932983"/>
                  </a:lnTo>
                  <a:lnTo>
                    <a:pt x="2720144" y="1936965"/>
                  </a:lnTo>
                  <a:lnTo>
                    <a:pt x="2655200" y="1940245"/>
                  </a:lnTo>
                  <a:lnTo>
                    <a:pt x="2589728" y="1942813"/>
                  </a:lnTo>
                  <a:lnTo>
                    <a:pt x="2523754" y="1944659"/>
                  </a:lnTo>
                  <a:lnTo>
                    <a:pt x="2457301" y="1945774"/>
                  </a:lnTo>
                  <a:lnTo>
                    <a:pt x="2390393" y="1946148"/>
                  </a:lnTo>
                  <a:lnTo>
                    <a:pt x="2323486" y="1945774"/>
                  </a:lnTo>
                  <a:lnTo>
                    <a:pt x="2257033" y="1944659"/>
                  </a:lnTo>
                  <a:lnTo>
                    <a:pt x="2191059" y="1942813"/>
                  </a:lnTo>
                  <a:lnTo>
                    <a:pt x="2125587" y="1940245"/>
                  </a:lnTo>
                  <a:lnTo>
                    <a:pt x="2060643" y="1936965"/>
                  </a:lnTo>
                  <a:lnTo>
                    <a:pt x="1996248" y="1932983"/>
                  </a:lnTo>
                  <a:lnTo>
                    <a:pt x="1932429" y="1928309"/>
                  </a:lnTo>
                  <a:lnTo>
                    <a:pt x="1869208" y="1922953"/>
                  </a:lnTo>
                  <a:lnTo>
                    <a:pt x="1806609" y="1916923"/>
                  </a:lnTo>
                  <a:lnTo>
                    <a:pt x="1744657" y="1910231"/>
                  </a:lnTo>
                  <a:lnTo>
                    <a:pt x="1683376" y="1902885"/>
                  </a:lnTo>
                  <a:lnTo>
                    <a:pt x="1622788" y="1894895"/>
                  </a:lnTo>
                  <a:lnTo>
                    <a:pt x="1562920" y="1886272"/>
                  </a:lnTo>
                  <a:lnTo>
                    <a:pt x="1503793" y="1877025"/>
                  </a:lnTo>
                  <a:lnTo>
                    <a:pt x="1445433" y="1867163"/>
                  </a:lnTo>
                  <a:lnTo>
                    <a:pt x="1387863" y="1856697"/>
                  </a:lnTo>
                  <a:lnTo>
                    <a:pt x="1331107" y="1845636"/>
                  </a:lnTo>
                  <a:lnTo>
                    <a:pt x="1275190" y="1833990"/>
                  </a:lnTo>
                  <a:lnTo>
                    <a:pt x="1220134" y="1821768"/>
                  </a:lnTo>
                  <a:lnTo>
                    <a:pt x="1165965" y="1808981"/>
                  </a:lnTo>
                  <a:lnTo>
                    <a:pt x="1112706" y="1795638"/>
                  </a:lnTo>
                  <a:lnTo>
                    <a:pt x="1060381" y="1781749"/>
                  </a:lnTo>
                  <a:lnTo>
                    <a:pt x="1009014" y="1767324"/>
                  </a:lnTo>
                  <a:lnTo>
                    <a:pt x="958629" y="1752372"/>
                  </a:lnTo>
                  <a:lnTo>
                    <a:pt x="909250" y="1736903"/>
                  </a:lnTo>
                  <a:lnTo>
                    <a:pt x="860900" y="1720927"/>
                  </a:lnTo>
                  <a:lnTo>
                    <a:pt x="813605" y="1704454"/>
                  </a:lnTo>
                  <a:lnTo>
                    <a:pt x="767388" y="1687493"/>
                  </a:lnTo>
                  <a:lnTo>
                    <a:pt x="722272" y="1670055"/>
                  </a:lnTo>
                  <a:lnTo>
                    <a:pt x="678282" y="1652148"/>
                  </a:lnTo>
                  <a:lnTo>
                    <a:pt x="635442" y="1633783"/>
                  </a:lnTo>
                  <a:lnTo>
                    <a:pt x="593775" y="1614970"/>
                  </a:lnTo>
                  <a:lnTo>
                    <a:pt x="553306" y="1595718"/>
                  </a:lnTo>
                  <a:lnTo>
                    <a:pt x="514059" y="1576036"/>
                  </a:lnTo>
                  <a:lnTo>
                    <a:pt x="476057" y="1555936"/>
                  </a:lnTo>
                  <a:lnTo>
                    <a:pt x="439325" y="1535425"/>
                  </a:lnTo>
                  <a:lnTo>
                    <a:pt x="403886" y="1514515"/>
                  </a:lnTo>
                  <a:lnTo>
                    <a:pt x="369765" y="1493215"/>
                  </a:lnTo>
                  <a:lnTo>
                    <a:pt x="336986" y="1471534"/>
                  </a:lnTo>
                  <a:lnTo>
                    <a:pt x="305571" y="1449483"/>
                  </a:lnTo>
                  <a:lnTo>
                    <a:pt x="246935" y="1404309"/>
                  </a:lnTo>
                  <a:lnTo>
                    <a:pt x="194047" y="1357769"/>
                  </a:lnTo>
                  <a:lnTo>
                    <a:pt x="147101" y="1309941"/>
                  </a:lnTo>
                  <a:lnTo>
                    <a:pt x="106287" y="1260905"/>
                  </a:lnTo>
                  <a:lnTo>
                    <a:pt x="71798" y="1210737"/>
                  </a:lnTo>
                  <a:lnTo>
                    <a:pt x="43825" y="1159516"/>
                  </a:lnTo>
                  <a:lnTo>
                    <a:pt x="22559" y="1107319"/>
                  </a:lnTo>
                  <a:lnTo>
                    <a:pt x="8193" y="1054226"/>
                  </a:lnTo>
                  <a:lnTo>
                    <a:pt x="918" y="1000313"/>
                  </a:lnTo>
                  <a:lnTo>
                    <a:pt x="0" y="973074"/>
                  </a:lnTo>
                  <a:close/>
                </a:path>
              </a:pathLst>
            </a:custGeom>
            <a:ln w="50292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001250" y="4869942"/>
              <a:ext cx="1842770" cy="1732914"/>
            </a:xfrm>
            <a:custGeom>
              <a:avLst/>
              <a:gdLst/>
              <a:ahLst/>
              <a:cxnLst/>
              <a:rect l="l" t="t" r="r" b="b"/>
              <a:pathLst>
                <a:path w="1842770" h="1732915">
                  <a:moveTo>
                    <a:pt x="921257" y="0"/>
                  </a:moveTo>
                  <a:lnTo>
                    <a:pt x="872334" y="1200"/>
                  </a:lnTo>
                  <a:lnTo>
                    <a:pt x="824074" y="4763"/>
                  </a:lnTo>
                  <a:lnTo>
                    <a:pt x="776544" y="10627"/>
                  </a:lnTo>
                  <a:lnTo>
                    <a:pt x="729805" y="18734"/>
                  </a:lnTo>
                  <a:lnTo>
                    <a:pt x="683922" y="29022"/>
                  </a:lnTo>
                  <a:lnTo>
                    <a:pt x="638959" y="41433"/>
                  </a:lnTo>
                  <a:lnTo>
                    <a:pt x="594979" y="55907"/>
                  </a:lnTo>
                  <a:lnTo>
                    <a:pt x="552045" y="72383"/>
                  </a:lnTo>
                  <a:lnTo>
                    <a:pt x="510222" y="90802"/>
                  </a:lnTo>
                  <a:lnTo>
                    <a:pt x="469574" y="111104"/>
                  </a:lnTo>
                  <a:lnTo>
                    <a:pt x="430163" y="133228"/>
                  </a:lnTo>
                  <a:lnTo>
                    <a:pt x="392054" y="157116"/>
                  </a:lnTo>
                  <a:lnTo>
                    <a:pt x="355311" y="182708"/>
                  </a:lnTo>
                  <a:lnTo>
                    <a:pt x="319996" y="209943"/>
                  </a:lnTo>
                  <a:lnTo>
                    <a:pt x="286174" y="238761"/>
                  </a:lnTo>
                  <a:lnTo>
                    <a:pt x="253908" y="269103"/>
                  </a:lnTo>
                  <a:lnTo>
                    <a:pt x="223263" y="300910"/>
                  </a:lnTo>
                  <a:lnTo>
                    <a:pt x="194301" y="334120"/>
                  </a:lnTo>
                  <a:lnTo>
                    <a:pt x="167087" y="368675"/>
                  </a:lnTo>
                  <a:lnTo>
                    <a:pt x="141684" y="404514"/>
                  </a:lnTo>
                  <a:lnTo>
                    <a:pt x="118155" y="441577"/>
                  </a:lnTo>
                  <a:lnTo>
                    <a:pt x="96566" y="479805"/>
                  </a:lnTo>
                  <a:lnTo>
                    <a:pt x="76978" y="519138"/>
                  </a:lnTo>
                  <a:lnTo>
                    <a:pt x="59456" y="559516"/>
                  </a:lnTo>
                  <a:lnTo>
                    <a:pt x="44064" y="600879"/>
                  </a:lnTo>
                  <a:lnTo>
                    <a:pt x="30865" y="643168"/>
                  </a:lnTo>
                  <a:lnTo>
                    <a:pt x="19923" y="686321"/>
                  </a:lnTo>
                  <a:lnTo>
                    <a:pt x="11302" y="730281"/>
                  </a:lnTo>
                  <a:lnTo>
                    <a:pt x="5065" y="774986"/>
                  </a:lnTo>
                  <a:lnTo>
                    <a:pt x="1277" y="820377"/>
                  </a:lnTo>
                  <a:lnTo>
                    <a:pt x="0" y="866394"/>
                  </a:lnTo>
                  <a:lnTo>
                    <a:pt x="1277" y="912410"/>
                  </a:lnTo>
                  <a:lnTo>
                    <a:pt x="5065" y="957801"/>
                  </a:lnTo>
                  <a:lnTo>
                    <a:pt x="11302" y="1002506"/>
                  </a:lnTo>
                  <a:lnTo>
                    <a:pt x="19923" y="1046466"/>
                  </a:lnTo>
                  <a:lnTo>
                    <a:pt x="30865" y="1089619"/>
                  </a:lnTo>
                  <a:lnTo>
                    <a:pt x="44064" y="1131908"/>
                  </a:lnTo>
                  <a:lnTo>
                    <a:pt x="59456" y="1173271"/>
                  </a:lnTo>
                  <a:lnTo>
                    <a:pt x="76978" y="1213649"/>
                  </a:lnTo>
                  <a:lnTo>
                    <a:pt x="96566" y="1252982"/>
                  </a:lnTo>
                  <a:lnTo>
                    <a:pt x="118155" y="1291210"/>
                  </a:lnTo>
                  <a:lnTo>
                    <a:pt x="141684" y="1328273"/>
                  </a:lnTo>
                  <a:lnTo>
                    <a:pt x="167087" y="1364112"/>
                  </a:lnTo>
                  <a:lnTo>
                    <a:pt x="194301" y="1398667"/>
                  </a:lnTo>
                  <a:lnTo>
                    <a:pt x="223263" y="1431877"/>
                  </a:lnTo>
                  <a:lnTo>
                    <a:pt x="253908" y="1463684"/>
                  </a:lnTo>
                  <a:lnTo>
                    <a:pt x="286174" y="1494026"/>
                  </a:lnTo>
                  <a:lnTo>
                    <a:pt x="319996" y="1522844"/>
                  </a:lnTo>
                  <a:lnTo>
                    <a:pt x="355311" y="1550079"/>
                  </a:lnTo>
                  <a:lnTo>
                    <a:pt x="392054" y="1575671"/>
                  </a:lnTo>
                  <a:lnTo>
                    <a:pt x="430163" y="1599559"/>
                  </a:lnTo>
                  <a:lnTo>
                    <a:pt x="469574" y="1621683"/>
                  </a:lnTo>
                  <a:lnTo>
                    <a:pt x="510222" y="1641985"/>
                  </a:lnTo>
                  <a:lnTo>
                    <a:pt x="552045" y="1660404"/>
                  </a:lnTo>
                  <a:lnTo>
                    <a:pt x="594979" y="1676880"/>
                  </a:lnTo>
                  <a:lnTo>
                    <a:pt x="638959" y="1691354"/>
                  </a:lnTo>
                  <a:lnTo>
                    <a:pt x="683922" y="1703765"/>
                  </a:lnTo>
                  <a:lnTo>
                    <a:pt x="729805" y="1714053"/>
                  </a:lnTo>
                  <a:lnTo>
                    <a:pt x="776544" y="1722160"/>
                  </a:lnTo>
                  <a:lnTo>
                    <a:pt x="824074" y="1728024"/>
                  </a:lnTo>
                  <a:lnTo>
                    <a:pt x="872334" y="1731587"/>
                  </a:lnTo>
                  <a:lnTo>
                    <a:pt x="921257" y="1732788"/>
                  </a:lnTo>
                  <a:lnTo>
                    <a:pt x="970181" y="1731587"/>
                  </a:lnTo>
                  <a:lnTo>
                    <a:pt x="1018441" y="1728024"/>
                  </a:lnTo>
                  <a:lnTo>
                    <a:pt x="1065971" y="1722160"/>
                  </a:lnTo>
                  <a:lnTo>
                    <a:pt x="1112710" y="1714053"/>
                  </a:lnTo>
                  <a:lnTo>
                    <a:pt x="1158593" y="1703765"/>
                  </a:lnTo>
                  <a:lnTo>
                    <a:pt x="1203556" y="1691354"/>
                  </a:lnTo>
                  <a:lnTo>
                    <a:pt x="1247536" y="1676880"/>
                  </a:lnTo>
                  <a:lnTo>
                    <a:pt x="1290470" y="1660404"/>
                  </a:lnTo>
                  <a:lnTo>
                    <a:pt x="1332293" y="1641985"/>
                  </a:lnTo>
                  <a:lnTo>
                    <a:pt x="1372941" y="1621683"/>
                  </a:lnTo>
                  <a:lnTo>
                    <a:pt x="1412352" y="1599559"/>
                  </a:lnTo>
                  <a:lnTo>
                    <a:pt x="1450461" y="1575671"/>
                  </a:lnTo>
                  <a:lnTo>
                    <a:pt x="1487204" y="1550079"/>
                  </a:lnTo>
                  <a:lnTo>
                    <a:pt x="1522519" y="1522844"/>
                  </a:lnTo>
                  <a:lnTo>
                    <a:pt x="1556341" y="1494026"/>
                  </a:lnTo>
                  <a:lnTo>
                    <a:pt x="1588607" y="1463684"/>
                  </a:lnTo>
                  <a:lnTo>
                    <a:pt x="1619252" y="1431877"/>
                  </a:lnTo>
                  <a:lnTo>
                    <a:pt x="1648214" y="1398667"/>
                  </a:lnTo>
                  <a:lnTo>
                    <a:pt x="1675428" y="1364112"/>
                  </a:lnTo>
                  <a:lnTo>
                    <a:pt x="1700831" y="1328273"/>
                  </a:lnTo>
                  <a:lnTo>
                    <a:pt x="1724360" y="1291210"/>
                  </a:lnTo>
                  <a:lnTo>
                    <a:pt x="1745949" y="1252982"/>
                  </a:lnTo>
                  <a:lnTo>
                    <a:pt x="1765537" y="1213649"/>
                  </a:lnTo>
                  <a:lnTo>
                    <a:pt x="1783059" y="1173271"/>
                  </a:lnTo>
                  <a:lnTo>
                    <a:pt x="1798451" y="1131908"/>
                  </a:lnTo>
                  <a:lnTo>
                    <a:pt x="1811650" y="1089619"/>
                  </a:lnTo>
                  <a:lnTo>
                    <a:pt x="1822592" y="1046466"/>
                  </a:lnTo>
                  <a:lnTo>
                    <a:pt x="1831213" y="1002506"/>
                  </a:lnTo>
                  <a:lnTo>
                    <a:pt x="1837450" y="957801"/>
                  </a:lnTo>
                  <a:lnTo>
                    <a:pt x="1841238" y="912410"/>
                  </a:lnTo>
                  <a:lnTo>
                    <a:pt x="1842516" y="866394"/>
                  </a:lnTo>
                  <a:lnTo>
                    <a:pt x="1841238" y="820377"/>
                  </a:lnTo>
                  <a:lnTo>
                    <a:pt x="1837450" y="774986"/>
                  </a:lnTo>
                  <a:lnTo>
                    <a:pt x="1831213" y="730281"/>
                  </a:lnTo>
                  <a:lnTo>
                    <a:pt x="1822592" y="686321"/>
                  </a:lnTo>
                  <a:lnTo>
                    <a:pt x="1811650" y="643168"/>
                  </a:lnTo>
                  <a:lnTo>
                    <a:pt x="1798451" y="600879"/>
                  </a:lnTo>
                  <a:lnTo>
                    <a:pt x="1783059" y="559516"/>
                  </a:lnTo>
                  <a:lnTo>
                    <a:pt x="1765537" y="519138"/>
                  </a:lnTo>
                  <a:lnTo>
                    <a:pt x="1745949" y="479805"/>
                  </a:lnTo>
                  <a:lnTo>
                    <a:pt x="1724360" y="441577"/>
                  </a:lnTo>
                  <a:lnTo>
                    <a:pt x="1700831" y="404514"/>
                  </a:lnTo>
                  <a:lnTo>
                    <a:pt x="1675428" y="368675"/>
                  </a:lnTo>
                  <a:lnTo>
                    <a:pt x="1648214" y="334120"/>
                  </a:lnTo>
                  <a:lnTo>
                    <a:pt x="1619252" y="300910"/>
                  </a:lnTo>
                  <a:lnTo>
                    <a:pt x="1588607" y="269103"/>
                  </a:lnTo>
                  <a:lnTo>
                    <a:pt x="1556341" y="238761"/>
                  </a:lnTo>
                  <a:lnTo>
                    <a:pt x="1522519" y="209943"/>
                  </a:lnTo>
                  <a:lnTo>
                    <a:pt x="1487204" y="182708"/>
                  </a:lnTo>
                  <a:lnTo>
                    <a:pt x="1450461" y="157116"/>
                  </a:lnTo>
                  <a:lnTo>
                    <a:pt x="1412352" y="133228"/>
                  </a:lnTo>
                  <a:lnTo>
                    <a:pt x="1372941" y="111104"/>
                  </a:lnTo>
                  <a:lnTo>
                    <a:pt x="1332293" y="90802"/>
                  </a:lnTo>
                  <a:lnTo>
                    <a:pt x="1290470" y="72383"/>
                  </a:lnTo>
                  <a:lnTo>
                    <a:pt x="1247536" y="55907"/>
                  </a:lnTo>
                  <a:lnTo>
                    <a:pt x="1203556" y="41433"/>
                  </a:lnTo>
                  <a:lnTo>
                    <a:pt x="1158593" y="29022"/>
                  </a:lnTo>
                  <a:lnTo>
                    <a:pt x="1112710" y="18734"/>
                  </a:lnTo>
                  <a:lnTo>
                    <a:pt x="1065971" y="10627"/>
                  </a:lnTo>
                  <a:lnTo>
                    <a:pt x="1018441" y="4763"/>
                  </a:lnTo>
                  <a:lnTo>
                    <a:pt x="970181" y="1200"/>
                  </a:lnTo>
                  <a:lnTo>
                    <a:pt x="9212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001250" y="4869942"/>
              <a:ext cx="1842770" cy="1732914"/>
            </a:xfrm>
            <a:custGeom>
              <a:avLst/>
              <a:gdLst/>
              <a:ahLst/>
              <a:cxnLst/>
              <a:rect l="l" t="t" r="r" b="b"/>
              <a:pathLst>
                <a:path w="1842770" h="1732915">
                  <a:moveTo>
                    <a:pt x="0" y="866394"/>
                  </a:moveTo>
                  <a:lnTo>
                    <a:pt x="1277" y="820377"/>
                  </a:lnTo>
                  <a:lnTo>
                    <a:pt x="5065" y="774986"/>
                  </a:lnTo>
                  <a:lnTo>
                    <a:pt x="11302" y="730281"/>
                  </a:lnTo>
                  <a:lnTo>
                    <a:pt x="19923" y="686321"/>
                  </a:lnTo>
                  <a:lnTo>
                    <a:pt x="30865" y="643168"/>
                  </a:lnTo>
                  <a:lnTo>
                    <a:pt x="44064" y="600879"/>
                  </a:lnTo>
                  <a:lnTo>
                    <a:pt x="59456" y="559516"/>
                  </a:lnTo>
                  <a:lnTo>
                    <a:pt x="76978" y="519138"/>
                  </a:lnTo>
                  <a:lnTo>
                    <a:pt x="96566" y="479805"/>
                  </a:lnTo>
                  <a:lnTo>
                    <a:pt x="118155" y="441577"/>
                  </a:lnTo>
                  <a:lnTo>
                    <a:pt x="141684" y="404514"/>
                  </a:lnTo>
                  <a:lnTo>
                    <a:pt x="167087" y="368675"/>
                  </a:lnTo>
                  <a:lnTo>
                    <a:pt x="194301" y="334120"/>
                  </a:lnTo>
                  <a:lnTo>
                    <a:pt x="223263" y="300910"/>
                  </a:lnTo>
                  <a:lnTo>
                    <a:pt x="253908" y="269103"/>
                  </a:lnTo>
                  <a:lnTo>
                    <a:pt x="286174" y="238761"/>
                  </a:lnTo>
                  <a:lnTo>
                    <a:pt x="319996" y="209943"/>
                  </a:lnTo>
                  <a:lnTo>
                    <a:pt x="355311" y="182708"/>
                  </a:lnTo>
                  <a:lnTo>
                    <a:pt x="392054" y="157116"/>
                  </a:lnTo>
                  <a:lnTo>
                    <a:pt x="430163" y="133228"/>
                  </a:lnTo>
                  <a:lnTo>
                    <a:pt x="469574" y="111104"/>
                  </a:lnTo>
                  <a:lnTo>
                    <a:pt x="510222" y="90802"/>
                  </a:lnTo>
                  <a:lnTo>
                    <a:pt x="552045" y="72383"/>
                  </a:lnTo>
                  <a:lnTo>
                    <a:pt x="594979" y="55907"/>
                  </a:lnTo>
                  <a:lnTo>
                    <a:pt x="638959" y="41433"/>
                  </a:lnTo>
                  <a:lnTo>
                    <a:pt x="683922" y="29022"/>
                  </a:lnTo>
                  <a:lnTo>
                    <a:pt x="729805" y="18734"/>
                  </a:lnTo>
                  <a:lnTo>
                    <a:pt x="776544" y="10627"/>
                  </a:lnTo>
                  <a:lnTo>
                    <a:pt x="824074" y="4763"/>
                  </a:lnTo>
                  <a:lnTo>
                    <a:pt x="872334" y="1200"/>
                  </a:lnTo>
                  <a:lnTo>
                    <a:pt x="921257" y="0"/>
                  </a:lnTo>
                  <a:lnTo>
                    <a:pt x="970181" y="1200"/>
                  </a:lnTo>
                  <a:lnTo>
                    <a:pt x="1018441" y="4763"/>
                  </a:lnTo>
                  <a:lnTo>
                    <a:pt x="1065971" y="10627"/>
                  </a:lnTo>
                  <a:lnTo>
                    <a:pt x="1112710" y="18734"/>
                  </a:lnTo>
                  <a:lnTo>
                    <a:pt x="1158593" y="29022"/>
                  </a:lnTo>
                  <a:lnTo>
                    <a:pt x="1203556" y="41433"/>
                  </a:lnTo>
                  <a:lnTo>
                    <a:pt x="1247536" y="55907"/>
                  </a:lnTo>
                  <a:lnTo>
                    <a:pt x="1290470" y="72383"/>
                  </a:lnTo>
                  <a:lnTo>
                    <a:pt x="1332293" y="90802"/>
                  </a:lnTo>
                  <a:lnTo>
                    <a:pt x="1372941" y="111104"/>
                  </a:lnTo>
                  <a:lnTo>
                    <a:pt x="1412352" y="133228"/>
                  </a:lnTo>
                  <a:lnTo>
                    <a:pt x="1450461" y="157116"/>
                  </a:lnTo>
                  <a:lnTo>
                    <a:pt x="1487204" y="182708"/>
                  </a:lnTo>
                  <a:lnTo>
                    <a:pt x="1522519" y="209943"/>
                  </a:lnTo>
                  <a:lnTo>
                    <a:pt x="1556341" y="238761"/>
                  </a:lnTo>
                  <a:lnTo>
                    <a:pt x="1588607" y="269103"/>
                  </a:lnTo>
                  <a:lnTo>
                    <a:pt x="1619252" y="300910"/>
                  </a:lnTo>
                  <a:lnTo>
                    <a:pt x="1648214" y="334120"/>
                  </a:lnTo>
                  <a:lnTo>
                    <a:pt x="1675428" y="368675"/>
                  </a:lnTo>
                  <a:lnTo>
                    <a:pt x="1700831" y="404514"/>
                  </a:lnTo>
                  <a:lnTo>
                    <a:pt x="1724360" y="441577"/>
                  </a:lnTo>
                  <a:lnTo>
                    <a:pt x="1745949" y="479805"/>
                  </a:lnTo>
                  <a:lnTo>
                    <a:pt x="1765537" y="519138"/>
                  </a:lnTo>
                  <a:lnTo>
                    <a:pt x="1783059" y="559516"/>
                  </a:lnTo>
                  <a:lnTo>
                    <a:pt x="1798451" y="600879"/>
                  </a:lnTo>
                  <a:lnTo>
                    <a:pt x="1811650" y="643168"/>
                  </a:lnTo>
                  <a:lnTo>
                    <a:pt x="1822592" y="686321"/>
                  </a:lnTo>
                  <a:lnTo>
                    <a:pt x="1831213" y="730281"/>
                  </a:lnTo>
                  <a:lnTo>
                    <a:pt x="1837450" y="774986"/>
                  </a:lnTo>
                  <a:lnTo>
                    <a:pt x="1841238" y="820377"/>
                  </a:lnTo>
                  <a:lnTo>
                    <a:pt x="1842516" y="866394"/>
                  </a:lnTo>
                  <a:lnTo>
                    <a:pt x="1841238" y="912410"/>
                  </a:lnTo>
                  <a:lnTo>
                    <a:pt x="1837450" y="957801"/>
                  </a:lnTo>
                  <a:lnTo>
                    <a:pt x="1831213" y="1002506"/>
                  </a:lnTo>
                  <a:lnTo>
                    <a:pt x="1822592" y="1046466"/>
                  </a:lnTo>
                  <a:lnTo>
                    <a:pt x="1811650" y="1089619"/>
                  </a:lnTo>
                  <a:lnTo>
                    <a:pt x="1798451" y="1131908"/>
                  </a:lnTo>
                  <a:lnTo>
                    <a:pt x="1783059" y="1173271"/>
                  </a:lnTo>
                  <a:lnTo>
                    <a:pt x="1765537" y="1213649"/>
                  </a:lnTo>
                  <a:lnTo>
                    <a:pt x="1745949" y="1252982"/>
                  </a:lnTo>
                  <a:lnTo>
                    <a:pt x="1724360" y="1291210"/>
                  </a:lnTo>
                  <a:lnTo>
                    <a:pt x="1700831" y="1328273"/>
                  </a:lnTo>
                  <a:lnTo>
                    <a:pt x="1675428" y="1364112"/>
                  </a:lnTo>
                  <a:lnTo>
                    <a:pt x="1648214" y="1398667"/>
                  </a:lnTo>
                  <a:lnTo>
                    <a:pt x="1619252" y="1431877"/>
                  </a:lnTo>
                  <a:lnTo>
                    <a:pt x="1588607" y="1463684"/>
                  </a:lnTo>
                  <a:lnTo>
                    <a:pt x="1556341" y="1494026"/>
                  </a:lnTo>
                  <a:lnTo>
                    <a:pt x="1522519" y="1522844"/>
                  </a:lnTo>
                  <a:lnTo>
                    <a:pt x="1487204" y="1550079"/>
                  </a:lnTo>
                  <a:lnTo>
                    <a:pt x="1450461" y="1575671"/>
                  </a:lnTo>
                  <a:lnTo>
                    <a:pt x="1412352" y="1599559"/>
                  </a:lnTo>
                  <a:lnTo>
                    <a:pt x="1372941" y="1621683"/>
                  </a:lnTo>
                  <a:lnTo>
                    <a:pt x="1332293" y="1641985"/>
                  </a:lnTo>
                  <a:lnTo>
                    <a:pt x="1290470" y="1660404"/>
                  </a:lnTo>
                  <a:lnTo>
                    <a:pt x="1247536" y="1676880"/>
                  </a:lnTo>
                  <a:lnTo>
                    <a:pt x="1203556" y="1691354"/>
                  </a:lnTo>
                  <a:lnTo>
                    <a:pt x="1158593" y="1703765"/>
                  </a:lnTo>
                  <a:lnTo>
                    <a:pt x="1112710" y="1714053"/>
                  </a:lnTo>
                  <a:lnTo>
                    <a:pt x="1065971" y="1722160"/>
                  </a:lnTo>
                  <a:lnTo>
                    <a:pt x="1018441" y="1728024"/>
                  </a:lnTo>
                  <a:lnTo>
                    <a:pt x="970181" y="1731587"/>
                  </a:lnTo>
                  <a:lnTo>
                    <a:pt x="921257" y="1732788"/>
                  </a:lnTo>
                  <a:lnTo>
                    <a:pt x="872334" y="1731587"/>
                  </a:lnTo>
                  <a:lnTo>
                    <a:pt x="824074" y="1728024"/>
                  </a:lnTo>
                  <a:lnTo>
                    <a:pt x="776544" y="1722160"/>
                  </a:lnTo>
                  <a:lnTo>
                    <a:pt x="729805" y="1714053"/>
                  </a:lnTo>
                  <a:lnTo>
                    <a:pt x="683922" y="1703765"/>
                  </a:lnTo>
                  <a:lnTo>
                    <a:pt x="638959" y="1691354"/>
                  </a:lnTo>
                  <a:lnTo>
                    <a:pt x="594979" y="1676880"/>
                  </a:lnTo>
                  <a:lnTo>
                    <a:pt x="552045" y="1660404"/>
                  </a:lnTo>
                  <a:lnTo>
                    <a:pt x="510222" y="1641985"/>
                  </a:lnTo>
                  <a:lnTo>
                    <a:pt x="469574" y="1621683"/>
                  </a:lnTo>
                  <a:lnTo>
                    <a:pt x="430163" y="1599559"/>
                  </a:lnTo>
                  <a:lnTo>
                    <a:pt x="392054" y="1575671"/>
                  </a:lnTo>
                  <a:lnTo>
                    <a:pt x="355311" y="1550079"/>
                  </a:lnTo>
                  <a:lnTo>
                    <a:pt x="319996" y="1522844"/>
                  </a:lnTo>
                  <a:lnTo>
                    <a:pt x="286174" y="1494026"/>
                  </a:lnTo>
                  <a:lnTo>
                    <a:pt x="253908" y="1463684"/>
                  </a:lnTo>
                  <a:lnTo>
                    <a:pt x="223263" y="1431877"/>
                  </a:lnTo>
                  <a:lnTo>
                    <a:pt x="194301" y="1398667"/>
                  </a:lnTo>
                  <a:lnTo>
                    <a:pt x="167087" y="1364112"/>
                  </a:lnTo>
                  <a:lnTo>
                    <a:pt x="141684" y="1328273"/>
                  </a:lnTo>
                  <a:lnTo>
                    <a:pt x="118155" y="1291210"/>
                  </a:lnTo>
                  <a:lnTo>
                    <a:pt x="96566" y="1252982"/>
                  </a:lnTo>
                  <a:lnTo>
                    <a:pt x="76978" y="1213649"/>
                  </a:lnTo>
                  <a:lnTo>
                    <a:pt x="59456" y="1173271"/>
                  </a:lnTo>
                  <a:lnTo>
                    <a:pt x="44064" y="1131908"/>
                  </a:lnTo>
                  <a:lnTo>
                    <a:pt x="30865" y="1089619"/>
                  </a:lnTo>
                  <a:lnTo>
                    <a:pt x="19923" y="1046466"/>
                  </a:lnTo>
                  <a:lnTo>
                    <a:pt x="11302" y="1002506"/>
                  </a:lnTo>
                  <a:lnTo>
                    <a:pt x="5065" y="957801"/>
                  </a:lnTo>
                  <a:lnTo>
                    <a:pt x="1277" y="912410"/>
                  </a:lnTo>
                  <a:lnTo>
                    <a:pt x="0" y="866394"/>
                  </a:lnTo>
                  <a:close/>
                </a:path>
              </a:pathLst>
            </a:custGeom>
            <a:ln w="102107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88385" y="6637781"/>
              <a:ext cx="1842770" cy="1734820"/>
            </a:xfrm>
            <a:custGeom>
              <a:avLst/>
              <a:gdLst/>
              <a:ahLst/>
              <a:cxnLst/>
              <a:rect l="l" t="t" r="r" b="b"/>
              <a:pathLst>
                <a:path w="1842770" h="1734820">
                  <a:moveTo>
                    <a:pt x="921258" y="0"/>
                  </a:moveTo>
                  <a:lnTo>
                    <a:pt x="872334" y="1201"/>
                  </a:lnTo>
                  <a:lnTo>
                    <a:pt x="824074" y="4768"/>
                  </a:lnTo>
                  <a:lnTo>
                    <a:pt x="776544" y="10638"/>
                  </a:lnTo>
                  <a:lnTo>
                    <a:pt x="729805" y="18752"/>
                  </a:lnTo>
                  <a:lnTo>
                    <a:pt x="683922" y="29051"/>
                  </a:lnTo>
                  <a:lnTo>
                    <a:pt x="638959" y="41473"/>
                  </a:lnTo>
                  <a:lnTo>
                    <a:pt x="594979" y="55961"/>
                  </a:lnTo>
                  <a:lnTo>
                    <a:pt x="552045" y="72452"/>
                  </a:lnTo>
                  <a:lnTo>
                    <a:pt x="510222" y="90889"/>
                  </a:lnTo>
                  <a:lnTo>
                    <a:pt x="469574" y="111210"/>
                  </a:lnTo>
                  <a:lnTo>
                    <a:pt x="430163" y="133355"/>
                  </a:lnTo>
                  <a:lnTo>
                    <a:pt x="392054" y="157265"/>
                  </a:lnTo>
                  <a:lnTo>
                    <a:pt x="355311" y="182881"/>
                  </a:lnTo>
                  <a:lnTo>
                    <a:pt x="319996" y="210141"/>
                  </a:lnTo>
                  <a:lnTo>
                    <a:pt x="286174" y="238986"/>
                  </a:lnTo>
                  <a:lnTo>
                    <a:pt x="253908" y="269355"/>
                  </a:lnTo>
                  <a:lnTo>
                    <a:pt x="223263" y="301191"/>
                  </a:lnTo>
                  <a:lnTo>
                    <a:pt x="194301" y="334431"/>
                  </a:lnTo>
                  <a:lnTo>
                    <a:pt x="167087" y="369016"/>
                  </a:lnTo>
                  <a:lnTo>
                    <a:pt x="141684" y="404887"/>
                  </a:lnTo>
                  <a:lnTo>
                    <a:pt x="118155" y="441983"/>
                  </a:lnTo>
                  <a:lnTo>
                    <a:pt x="96566" y="480245"/>
                  </a:lnTo>
                  <a:lnTo>
                    <a:pt x="76978" y="519612"/>
                  </a:lnTo>
                  <a:lnTo>
                    <a:pt x="59456" y="560024"/>
                  </a:lnTo>
                  <a:lnTo>
                    <a:pt x="44064" y="601423"/>
                  </a:lnTo>
                  <a:lnTo>
                    <a:pt x="30865" y="643747"/>
                  </a:lnTo>
                  <a:lnTo>
                    <a:pt x="19923" y="686937"/>
                  </a:lnTo>
                  <a:lnTo>
                    <a:pt x="11302" y="730932"/>
                  </a:lnTo>
                  <a:lnTo>
                    <a:pt x="5065" y="775674"/>
                  </a:lnTo>
                  <a:lnTo>
                    <a:pt x="1277" y="821102"/>
                  </a:lnTo>
                  <a:lnTo>
                    <a:pt x="0" y="867156"/>
                  </a:lnTo>
                  <a:lnTo>
                    <a:pt x="1277" y="913209"/>
                  </a:lnTo>
                  <a:lnTo>
                    <a:pt x="5065" y="958637"/>
                  </a:lnTo>
                  <a:lnTo>
                    <a:pt x="11302" y="1003379"/>
                  </a:lnTo>
                  <a:lnTo>
                    <a:pt x="19923" y="1047374"/>
                  </a:lnTo>
                  <a:lnTo>
                    <a:pt x="30865" y="1090564"/>
                  </a:lnTo>
                  <a:lnTo>
                    <a:pt x="44064" y="1132888"/>
                  </a:lnTo>
                  <a:lnTo>
                    <a:pt x="59456" y="1174287"/>
                  </a:lnTo>
                  <a:lnTo>
                    <a:pt x="76978" y="1214699"/>
                  </a:lnTo>
                  <a:lnTo>
                    <a:pt x="96566" y="1254066"/>
                  </a:lnTo>
                  <a:lnTo>
                    <a:pt x="118155" y="1292328"/>
                  </a:lnTo>
                  <a:lnTo>
                    <a:pt x="141684" y="1329424"/>
                  </a:lnTo>
                  <a:lnTo>
                    <a:pt x="167087" y="1365295"/>
                  </a:lnTo>
                  <a:lnTo>
                    <a:pt x="194301" y="1399880"/>
                  </a:lnTo>
                  <a:lnTo>
                    <a:pt x="223263" y="1433120"/>
                  </a:lnTo>
                  <a:lnTo>
                    <a:pt x="253908" y="1464956"/>
                  </a:lnTo>
                  <a:lnTo>
                    <a:pt x="286174" y="1495325"/>
                  </a:lnTo>
                  <a:lnTo>
                    <a:pt x="319996" y="1524170"/>
                  </a:lnTo>
                  <a:lnTo>
                    <a:pt x="355311" y="1551430"/>
                  </a:lnTo>
                  <a:lnTo>
                    <a:pt x="392054" y="1577046"/>
                  </a:lnTo>
                  <a:lnTo>
                    <a:pt x="430163" y="1600956"/>
                  </a:lnTo>
                  <a:lnTo>
                    <a:pt x="469574" y="1623101"/>
                  </a:lnTo>
                  <a:lnTo>
                    <a:pt x="510222" y="1643422"/>
                  </a:lnTo>
                  <a:lnTo>
                    <a:pt x="552045" y="1661859"/>
                  </a:lnTo>
                  <a:lnTo>
                    <a:pt x="594979" y="1678350"/>
                  </a:lnTo>
                  <a:lnTo>
                    <a:pt x="638959" y="1692838"/>
                  </a:lnTo>
                  <a:lnTo>
                    <a:pt x="683922" y="1705260"/>
                  </a:lnTo>
                  <a:lnTo>
                    <a:pt x="729805" y="1715559"/>
                  </a:lnTo>
                  <a:lnTo>
                    <a:pt x="776544" y="1723673"/>
                  </a:lnTo>
                  <a:lnTo>
                    <a:pt x="824074" y="1729543"/>
                  </a:lnTo>
                  <a:lnTo>
                    <a:pt x="872334" y="1733110"/>
                  </a:lnTo>
                  <a:lnTo>
                    <a:pt x="921258" y="1734312"/>
                  </a:lnTo>
                  <a:lnTo>
                    <a:pt x="970181" y="1733110"/>
                  </a:lnTo>
                  <a:lnTo>
                    <a:pt x="1018441" y="1729543"/>
                  </a:lnTo>
                  <a:lnTo>
                    <a:pt x="1065971" y="1723673"/>
                  </a:lnTo>
                  <a:lnTo>
                    <a:pt x="1112710" y="1715559"/>
                  </a:lnTo>
                  <a:lnTo>
                    <a:pt x="1158593" y="1705260"/>
                  </a:lnTo>
                  <a:lnTo>
                    <a:pt x="1203556" y="1692838"/>
                  </a:lnTo>
                  <a:lnTo>
                    <a:pt x="1247536" y="1678350"/>
                  </a:lnTo>
                  <a:lnTo>
                    <a:pt x="1290470" y="1661859"/>
                  </a:lnTo>
                  <a:lnTo>
                    <a:pt x="1332293" y="1643422"/>
                  </a:lnTo>
                  <a:lnTo>
                    <a:pt x="1372941" y="1623101"/>
                  </a:lnTo>
                  <a:lnTo>
                    <a:pt x="1412352" y="1600956"/>
                  </a:lnTo>
                  <a:lnTo>
                    <a:pt x="1450461" y="1577046"/>
                  </a:lnTo>
                  <a:lnTo>
                    <a:pt x="1487204" y="1551430"/>
                  </a:lnTo>
                  <a:lnTo>
                    <a:pt x="1522519" y="1524170"/>
                  </a:lnTo>
                  <a:lnTo>
                    <a:pt x="1556341" y="1495325"/>
                  </a:lnTo>
                  <a:lnTo>
                    <a:pt x="1588607" y="1464956"/>
                  </a:lnTo>
                  <a:lnTo>
                    <a:pt x="1619252" y="1433120"/>
                  </a:lnTo>
                  <a:lnTo>
                    <a:pt x="1648214" y="1399880"/>
                  </a:lnTo>
                  <a:lnTo>
                    <a:pt x="1675428" y="1365295"/>
                  </a:lnTo>
                  <a:lnTo>
                    <a:pt x="1700831" y="1329424"/>
                  </a:lnTo>
                  <a:lnTo>
                    <a:pt x="1724360" y="1292328"/>
                  </a:lnTo>
                  <a:lnTo>
                    <a:pt x="1745949" y="1254066"/>
                  </a:lnTo>
                  <a:lnTo>
                    <a:pt x="1765537" y="1214699"/>
                  </a:lnTo>
                  <a:lnTo>
                    <a:pt x="1783059" y="1174287"/>
                  </a:lnTo>
                  <a:lnTo>
                    <a:pt x="1798451" y="1132888"/>
                  </a:lnTo>
                  <a:lnTo>
                    <a:pt x="1811650" y="1090564"/>
                  </a:lnTo>
                  <a:lnTo>
                    <a:pt x="1822592" y="1047374"/>
                  </a:lnTo>
                  <a:lnTo>
                    <a:pt x="1831213" y="1003379"/>
                  </a:lnTo>
                  <a:lnTo>
                    <a:pt x="1837450" y="958637"/>
                  </a:lnTo>
                  <a:lnTo>
                    <a:pt x="1841238" y="913209"/>
                  </a:lnTo>
                  <a:lnTo>
                    <a:pt x="1842515" y="867156"/>
                  </a:lnTo>
                  <a:lnTo>
                    <a:pt x="1841238" y="821102"/>
                  </a:lnTo>
                  <a:lnTo>
                    <a:pt x="1837450" y="775674"/>
                  </a:lnTo>
                  <a:lnTo>
                    <a:pt x="1831213" y="730932"/>
                  </a:lnTo>
                  <a:lnTo>
                    <a:pt x="1822592" y="686937"/>
                  </a:lnTo>
                  <a:lnTo>
                    <a:pt x="1811650" y="643747"/>
                  </a:lnTo>
                  <a:lnTo>
                    <a:pt x="1798451" y="601423"/>
                  </a:lnTo>
                  <a:lnTo>
                    <a:pt x="1783059" y="560024"/>
                  </a:lnTo>
                  <a:lnTo>
                    <a:pt x="1765537" y="519612"/>
                  </a:lnTo>
                  <a:lnTo>
                    <a:pt x="1745949" y="480245"/>
                  </a:lnTo>
                  <a:lnTo>
                    <a:pt x="1724360" y="441983"/>
                  </a:lnTo>
                  <a:lnTo>
                    <a:pt x="1700831" y="404887"/>
                  </a:lnTo>
                  <a:lnTo>
                    <a:pt x="1675428" y="369016"/>
                  </a:lnTo>
                  <a:lnTo>
                    <a:pt x="1648214" y="334431"/>
                  </a:lnTo>
                  <a:lnTo>
                    <a:pt x="1619252" y="301191"/>
                  </a:lnTo>
                  <a:lnTo>
                    <a:pt x="1588607" y="269355"/>
                  </a:lnTo>
                  <a:lnTo>
                    <a:pt x="1556341" y="238986"/>
                  </a:lnTo>
                  <a:lnTo>
                    <a:pt x="1522519" y="210141"/>
                  </a:lnTo>
                  <a:lnTo>
                    <a:pt x="1487204" y="182881"/>
                  </a:lnTo>
                  <a:lnTo>
                    <a:pt x="1450461" y="157265"/>
                  </a:lnTo>
                  <a:lnTo>
                    <a:pt x="1412352" y="133355"/>
                  </a:lnTo>
                  <a:lnTo>
                    <a:pt x="1372941" y="111210"/>
                  </a:lnTo>
                  <a:lnTo>
                    <a:pt x="1332293" y="90889"/>
                  </a:lnTo>
                  <a:lnTo>
                    <a:pt x="1290470" y="72452"/>
                  </a:lnTo>
                  <a:lnTo>
                    <a:pt x="1247536" y="55961"/>
                  </a:lnTo>
                  <a:lnTo>
                    <a:pt x="1203556" y="41473"/>
                  </a:lnTo>
                  <a:lnTo>
                    <a:pt x="1158593" y="29051"/>
                  </a:lnTo>
                  <a:lnTo>
                    <a:pt x="1112710" y="18752"/>
                  </a:lnTo>
                  <a:lnTo>
                    <a:pt x="1065971" y="10638"/>
                  </a:lnTo>
                  <a:lnTo>
                    <a:pt x="1018441" y="4768"/>
                  </a:lnTo>
                  <a:lnTo>
                    <a:pt x="970181" y="1201"/>
                  </a:lnTo>
                  <a:lnTo>
                    <a:pt x="9212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88385" y="6637781"/>
              <a:ext cx="1842770" cy="1734820"/>
            </a:xfrm>
            <a:custGeom>
              <a:avLst/>
              <a:gdLst/>
              <a:ahLst/>
              <a:cxnLst/>
              <a:rect l="l" t="t" r="r" b="b"/>
              <a:pathLst>
                <a:path w="1842770" h="1734820">
                  <a:moveTo>
                    <a:pt x="0" y="867156"/>
                  </a:moveTo>
                  <a:lnTo>
                    <a:pt x="1277" y="821102"/>
                  </a:lnTo>
                  <a:lnTo>
                    <a:pt x="5065" y="775674"/>
                  </a:lnTo>
                  <a:lnTo>
                    <a:pt x="11302" y="730932"/>
                  </a:lnTo>
                  <a:lnTo>
                    <a:pt x="19923" y="686937"/>
                  </a:lnTo>
                  <a:lnTo>
                    <a:pt x="30865" y="643747"/>
                  </a:lnTo>
                  <a:lnTo>
                    <a:pt x="44064" y="601423"/>
                  </a:lnTo>
                  <a:lnTo>
                    <a:pt x="59456" y="560024"/>
                  </a:lnTo>
                  <a:lnTo>
                    <a:pt x="76978" y="519612"/>
                  </a:lnTo>
                  <a:lnTo>
                    <a:pt x="96566" y="480245"/>
                  </a:lnTo>
                  <a:lnTo>
                    <a:pt x="118155" y="441983"/>
                  </a:lnTo>
                  <a:lnTo>
                    <a:pt x="141684" y="404887"/>
                  </a:lnTo>
                  <a:lnTo>
                    <a:pt x="167087" y="369016"/>
                  </a:lnTo>
                  <a:lnTo>
                    <a:pt x="194301" y="334431"/>
                  </a:lnTo>
                  <a:lnTo>
                    <a:pt x="223263" y="301191"/>
                  </a:lnTo>
                  <a:lnTo>
                    <a:pt x="253908" y="269355"/>
                  </a:lnTo>
                  <a:lnTo>
                    <a:pt x="286174" y="238986"/>
                  </a:lnTo>
                  <a:lnTo>
                    <a:pt x="319996" y="210141"/>
                  </a:lnTo>
                  <a:lnTo>
                    <a:pt x="355311" y="182881"/>
                  </a:lnTo>
                  <a:lnTo>
                    <a:pt x="392054" y="157265"/>
                  </a:lnTo>
                  <a:lnTo>
                    <a:pt x="430163" y="133355"/>
                  </a:lnTo>
                  <a:lnTo>
                    <a:pt x="469574" y="111210"/>
                  </a:lnTo>
                  <a:lnTo>
                    <a:pt x="510222" y="90889"/>
                  </a:lnTo>
                  <a:lnTo>
                    <a:pt x="552045" y="72452"/>
                  </a:lnTo>
                  <a:lnTo>
                    <a:pt x="594979" y="55961"/>
                  </a:lnTo>
                  <a:lnTo>
                    <a:pt x="638959" y="41473"/>
                  </a:lnTo>
                  <a:lnTo>
                    <a:pt x="683922" y="29051"/>
                  </a:lnTo>
                  <a:lnTo>
                    <a:pt x="729805" y="18752"/>
                  </a:lnTo>
                  <a:lnTo>
                    <a:pt x="776544" y="10638"/>
                  </a:lnTo>
                  <a:lnTo>
                    <a:pt x="824074" y="4768"/>
                  </a:lnTo>
                  <a:lnTo>
                    <a:pt x="872334" y="1201"/>
                  </a:lnTo>
                  <a:lnTo>
                    <a:pt x="921258" y="0"/>
                  </a:lnTo>
                  <a:lnTo>
                    <a:pt x="970181" y="1201"/>
                  </a:lnTo>
                  <a:lnTo>
                    <a:pt x="1018441" y="4768"/>
                  </a:lnTo>
                  <a:lnTo>
                    <a:pt x="1065971" y="10638"/>
                  </a:lnTo>
                  <a:lnTo>
                    <a:pt x="1112710" y="18752"/>
                  </a:lnTo>
                  <a:lnTo>
                    <a:pt x="1158593" y="29051"/>
                  </a:lnTo>
                  <a:lnTo>
                    <a:pt x="1203556" y="41473"/>
                  </a:lnTo>
                  <a:lnTo>
                    <a:pt x="1247536" y="55961"/>
                  </a:lnTo>
                  <a:lnTo>
                    <a:pt x="1290470" y="72452"/>
                  </a:lnTo>
                  <a:lnTo>
                    <a:pt x="1332293" y="90889"/>
                  </a:lnTo>
                  <a:lnTo>
                    <a:pt x="1372941" y="111210"/>
                  </a:lnTo>
                  <a:lnTo>
                    <a:pt x="1412352" y="133355"/>
                  </a:lnTo>
                  <a:lnTo>
                    <a:pt x="1450461" y="157265"/>
                  </a:lnTo>
                  <a:lnTo>
                    <a:pt x="1487204" y="182881"/>
                  </a:lnTo>
                  <a:lnTo>
                    <a:pt x="1522519" y="210141"/>
                  </a:lnTo>
                  <a:lnTo>
                    <a:pt x="1556341" y="238986"/>
                  </a:lnTo>
                  <a:lnTo>
                    <a:pt x="1588607" y="269355"/>
                  </a:lnTo>
                  <a:lnTo>
                    <a:pt x="1619252" y="301191"/>
                  </a:lnTo>
                  <a:lnTo>
                    <a:pt x="1648214" y="334431"/>
                  </a:lnTo>
                  <a:lnTo>
                    <a:pt x="1675428" y="369016"/>
                  </a:lnTo>
                  <a:lnTo>
                    <a:pt x="1700831" y="404887"/>
                  </a:lnTo>
                  <a:lnTo>
                    <a:pt x="1724360" y="441983"/>
                  </a:lnTo>
                  <a:lnTo>
                    <a:pt x="1745949" y="480245"/>
                  </a:lnTo>
                  <a:lnTo>
                    <a:pt x="1765537" y="519612"/>
                  </a:lnTo>
                  <a:lnTo>
                    <a:pt x="1783059" y="560024"/>
                  </a:lnTo>
                  <a:lnTo>
                    <a:pt x="1798451" y="601423"/>
                  </a:lnTo>
                  <a:lnTo>
                    <a:pt x="1811650" y="643747"/>
                  </a:lnTo>
                  <a:lnTo>
                    <a:pt x="1822592" y="686937"/>
                  </a:lnTo>
                  <a:lnTo>
                    <a:pt x="1831213" y="730932"/>
                  </a:lnTo>
                  <a:lnTo>
                    <a:pt x="1837450" y="775674"/>
                  </a:lnTo>
                  <a:lnTo>
                    <a:pt x="1841238" y="821102"/>
                  </a:lnTo>
                  <a:lnTo>
                    <a:pt x="1842515" y="867156"/>
                  </a:lnTo>
                  <a:lnTo>
                    <a:pt x="1841238" y="913209"/>
                  </a:lnTo>
                  <a:lnTo>
                    <a:pt x="1837450" y="958637"/>
                  </a:lnTo>
                  <a:lnTo>
                    <a:pt x="1831213" y="1003379"/>
                  </a:lnTo>
                  <a:lnTo>
                    <a:pt x="1822592" y="1047374"/>
                  </a:lnTo>
                  <a:lnTo>
                    <a:pt x="1811650" y="1090564"/>
                  </a:lnTo>
                  <a:lnTo>
                    <a:pt x="1798451" y="1132888"/>
                  </a:lnTo>
                  <a:lnTo>
                    <a:pt x="1783059" y="1174287"/>
                  </a:lnTo>
                  <a:lnTo>
                    <a:pt x="1765537" y="1214699"/>
                  </a:lnTo>
                  <a:lnTo>
                    <a:pt x="1745949" y="1254066"/>
                  </a:lnTo>
                  <a:lnTo>
                    <a:pt x="1724360" y="1292328"/>
                  </a:lnTo>
                  <a:lnTo>
                    <a:pt x="1700831" y="1329424"/>
                  </a:lnTo>
                  <a:lnTo>
                    <a:pt x="1675428" y="1365295"/>
                  </a:lnTo>
                  <a:lnTo>
                    <a:pt x="1648214" y="1399880"/>
                  </a:lnTo>
                  <a:lnTo>
                    <a:pt x="1619252" y="1433120"/>
                  </a:lnTo>
                  <a:lnTo>
                    <a:pt x="1588607" y="1464956"/>
                  </a:lnTo>
                  <a:lnTo>
                    <a:pt x="1556341" y="1495325"/>
                  </a:lnTo>
                  <a:lnTo>
                    <a:pt x="1522519" y="1524170"/>
                  </a:lnTo>
                  <a:lnTo>
                    <a:pt x="1487204" y="1551430"/>
                  </a:lnTo>
                  <a:lnTo>
                    <a:pt x="1450461" y="1577046"/>
                  </a:lnTo>
                  <a:lnTo>
                    <a:pt x="1412352" y="1600956"/>
                  </a:lnTo>
                  <a:lnTo>
                    <a:pt x="1372941" y="1623101"/>
                  </a:lnTo>
                  <a:lnTo>
                    <a:pt x="1332293" y="1643422"/>
                  </a:lnTo>
                  <a:lnTo>
                    <a:pt x="1290470" y="1661859"/>
                  </a:lnTo>
                  <a:lnTo>
                    <a:pt x="1247536" y="1678350"/>
                  </a:lnTo>
                  <a:lnTo>
                    <a:pt x="1203556" y="1692838"/>
                  </a:lnTo>
                  <a:lnTo>
                    <a:pt x="1158593" y="1705260"/>
                  </a:lnTo>
                  <a:lnTo>
                    <a:pt x="1112710" y="1715559"/>
                  </a:lnTo>
                  <a:lnTo>
                    <a:pt x="1065971" y="1723673"/>
                  </a:lnTo>
                  <a:lnTo>
                    <a:pt x="1018441" y="1729543"/>
                  </a:lnTo>
                  <a:lnTo>
                    <a:pt x="970181" y="1733110"/>
                  </a:lnTo>
                  <a:lnTo>
                    <a:pt x="921258" y="1734312"/>
                  </a:lnTo>
                  <a:lnTo>
                    <a:pt x="872334" y="1733110"/>
                  </a:lnTo>
                  <a:lnTo>
                    <a:pt x="824074" y="1729543"/>
                  </a:lnTo>
                  <a:lnTo>
                    <a:pt x="776544" y="1723673"/>
                  </a:lnTo>
                  <a:lnTo>
                    <a:pt x="729805" y="1715559"/>
                  </a:lnTo>
                  <a:lnTo>
                    <a:pt x="683922" y="1705260"/>
                  </a:lnTo>
                  <a:lnTo>
                    <a:pt x="638959" y="1692838"/>
                  </a:lnTo>
                  <a:lnTo>
                    <a:pt x="594979" y="1678350"/>
                  </a:lnTo>
                  <a:lnTo>
                    <a:pt x="552045" y="1661859"/>
                  </a:lnTo>
                  <a:lnTo>
                    <a:pt x="510222" y="1643422"/>
                  </a:lnTo>
                  <a:lnTo>
                    <a:pt x="469574" y="1623101"/>
                  </a:lnTo>
                  <a:lnTo>
                    <a:pt x="430163" y="1600956"/>
                  </a:lnTo>
                  <a:lnTo>
                    <a:pt x="392054" y="1577046"/>
                  </a:lnTo>
                  <a:lnTo>
                    <a:pt x="355311" y="1551430"/>
                  </a:lnTo>
                  <a:lnTo>
                    <a:pt x="319996" y="1524170"/>
                  </a:lnTo>
                  <a:lnTo>
                    <a:pt x="286174" y="1495325"/>
                  </a:lnTo>
                  <a:lnTo>
                    <a:pt x="253908" y="1464956"/>
                  </a:lnTo>
                  <a:lnTo>
                    <a:pt x="223263" y="1433120"/>
                  </a:lnTo>
                  <a:lnTo>
                    <a:pt x="194301" y="1399880"/>
                  </a:lnTo>
                  <a:lnTo>
                    <a:pt x="167087" y="1365295"/>
                  </a:lnTo>
                  <a:lnTo>
                    <a:pt x="141684" y="1329424"/>
                  </a:lnTo>
                  <a:lnTo>
                    <a:pt x="118155" y="1292328"/>
                  </a:lnTo>
                  <a:lnTo>
                    <a:pt x="96566" y="1254066"/>
                  </a:lnTo>
                  <a:lnTo>
                    <a:pt x="76978" y="1214699"/>
                  </a:lnTo>
                  <a:lnTo>
                    <a:pt x="59456" y="1174287"/>
                  </a:lnTo>
                  <a:lnTo>
                    <a:pt x="44064" y="1132888"/>
                  </a:lnTo>
                  <a:lnTo>
                    <a:pt x="30865" y="1090564"/>
                  </a:lnTo>
                  <a:lnTo>
                    <a:pt x="19923" y="1047374"/>
                  </a:lnTo>
                  <a:lnTo>
                    <a:pt x="11302" y="1003379"/>
                  </a:lnTo>
                  <a:lnTo>
                    <a:pt x="5065" y="958637"/>
                  </a:lnTo>
                  <a:lnTo>
                    <a:pt x="1277" y="913209"/>
                  </a:lnTo>
                  <a:lnTo>
                    <a:pt x="0" y="867156"/>
                  </a:lnTo>
                  <a:close/>
                </a:path>
              </a:pathLst>
            </a:custGeom>
            <a:ln w="102107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21613" y="5223510"/>
              <a:ext cx="1842770" cy="1734820"/>
            </a:xfrm>
            <a:custGeom>
              <a:avLst/>
              <a:gdLst/>
              <a:ahLst/>
              <a:cxnLst/>
              <a:rect l="l" t="t" r="r" b="b"/>
              <a:pathLst>
                <a:path w="1842770" h="1734820">
                  <a:moveTo>
                    <a:pt x="921258" y="0"/>
                  </a:moveTo>
                  <a:lnTo>
                    <a:pt x="872330" y="1201"/>
                  </a:lnTo>
                  <a:lnTo>
                    <a:pt x="824068" y="4768"/>
                  </a:lnTo>
                  <a:lnTo>
                    <a:pt x="776535" y="10638"/>
                  </a:lnTo>
                  <a:lnTo>
                    <a:pt x="729794" y="18752"/>
                  </a:lnTo>
                  <a:lnTo>
                    <a:pt x="683909" y="29051"/>
                  </a:lnTo>
                  <a:lnTo>
                    <a:pt x="638944" y="41473"/>
                  </a:lnTo>
                  <a:lnTo>
                    <a:pt x="594963" y="55961"/>
                  </a:lnTo>
                  <a:lnTo>
                    <a:pt x="552029" y="72452"/>
                  </a:lnTo>
                  <a:lnTo>
                    <a:pt x="510206" y="90889"/>
                  </a:lnTo>
                  <a:lnTo>
                    <a:pt x="469557" y="111210"/>
                  </a:lnTo>
                  <a:lnTo>
                    <a:pt x="430146" y="133355"/>
                  </a:lnTo>
                  <a:lnTo>
                    <a:pt x="392038" y="157265"/>
                  </a:lnTo>
                  <a:lnTo>
                    <a:pt x="355295" y="182881"/>
                  </a:lnTo>
                  <a:lnTo>
                    <a:pt x="319981" y="210141"/>
                  </a:lnTo>
                  <a:lnTo>
                    <a:pt x="286159" y="238986"/>
                  </a:lnTo>
                  <a:lnTo>
                    <a:pt x="253895" y="269355"/>
                  </a:lnTo>
                  <a:lnTo>
                    <a:pt x="223250" y="301191"/>
                  </a:lnTo>
                  <a:lnTo>
                    <a:pt x="194290" y="334431"/>
                  </a:lnTo>
                  <a:lnTo>
                    <a:pt x="167076" y="369016"/>
                  </a:lnTo>
                  <a:lnTo>
                    <a:pt x="141674" y="404887"/>
                  </a:lnTo>
                  <a:lnTo>
                    <a:pt x="118147" y="441983"/>
                  </a:lnTo>
                  <a:lnTo>
                    <a:pt x="96559" y="480245"/>
                  </a:lnTo>
                  <a:lnTo>
                    <a:pt x="76972" y="519612"/>
                  </a:lnTo>
                  <a:lnTo>
                    <a:pt x="59452" y="560024"/>
                  </a:lnTo>
                  <a:lnTo>
                    <a:pt x="44061" y="601423"/>
                  </a:lnTo>
                  <a:lnTo>
                    <a:pt x="30863" y="643747"/>
                  </a:lnTo>
                  <a:lnTo>
                    <a:pt x="19922" y="686937"/>
                  </a:lnTo>
                  <a:lnTo>
                    <a:pt x="11301" y="730932"/>
                  </a:lnTo>
                  <a:lnTo>
                    <a:pt x="5065" y="775674"/>
                  </a:lnTo>
                  <a:lnTo>
                    <a:pt x="1276" y="821102"/>
                  </a:lnTo>
                  <a:lnTo>
                    <a:pt x="0" y="867155"/>
                  </a:lnTo>
                  <a:lnTo>
                    <a:pt x="1276" y="913209"/>
                  </a:lnTo>
                  <a:lnTo>
                    <a:pt x="5065" y="958637"/>
                  </a:lnTo>
                  <a:lnTo>
                    <a:pt x="11301" y="1003379"/>
                  </a:lnTo>
                  <a:lnTo>
                    <a:pt x="19922" y="1047374"/>
                  </a:lnTo>
                  <a:lnTo>
                    <a:pt x="30863" y="1090564"/>
                  </a:lnTo>
                  <a:lnTo>
                    <a:pt x="44061" y="1132888"/>
                  </a:lnTo>
                  <a:lnTo>
                    <a:pt x="59452" y="1174287"/>
                  </a:lnTo>
                  <a:lnTo>
                    <a:pt x="76972" y="1214699"/>
                  </a:lnTo>
                  <a:lnTo>
                    <a:pt x="96559" y="1254066"/>
                  </a:lnTo>
                  <a:lnTo>
                    <a:pt x="118147" y="1292328"/>
                  </a:lnTo>
                  <a:lnTo>
                    <a:pt x="141674" y="1329424"/>
                  </a:lnTo>
                  <a:lnTo>
                    <a:pt x="167076" y="1365295"/>
                  </a:lnTo>
                  <a:lnTo>
                    <a:pt x="194290" y="1399880"/>
                  </a:lnTo>
                  <a:lnTo>
                    <a:pt x="223250" y="1433120"/>
                  </a:lnTo>
                  <a:lnTo>
                    <a:pt x="253895" y="1464956"/>
                  </a:lnTo>
                  <a:lnTo>
                    <a:pt x="286159" y="1495325"/>
                  </a:lnTo>
                  <a:lnTo>
                    <a:pt x="319981" y="1524170"/>
                  </a:lnTo>
                  <a:lnTo>
                    <a:pt x="355295" y="1551430"/>
                  </a:lnTo>
                  <a:lnTo>
                    <a:pt x="392038" y="1577046"/>
                  </a:lnTo>
                  <a:lnTo>
                    <a:pt x="430146" y="1600956"/>
                  </a:lnTo>
                  <a:lnTo>
                    <a:pt x="469557" y="1623101"/>
                  </a:lnTo>
                  <a:lnTo>
                    <a:pt x="510206" y="1643422"/>
                  </a:lnTo>
                  <a:lnTo>
                    <a:pt x="552029" y="1661859"/>
                  </a:lnTo>
                  <a:lnTo>
                    <a:pt x="594963" y="1678350"/>
                  </a:lnTo>
                  <a:lnTo>
                    <a:pt x="638944" y="1692838"/>
                  </a:lnTo>
                  <a:lnTo>
                    <a:pt x="683909" y="1705260"/>
                  </a:lnTo>
                  <a:lnTo>
                    <a:pt x="729794" y="1715559"/>
                  </a:lnTo>
                  <a:lnTo>
                    <a:pt x="776535" y="1723673"/>
                  </a:lnTo>
                  <a:lnTo>
                    <a:pt x="824068" y="1729543"/>
                  </a:lnTo>
                  <a:lnTo>
                    <a:pt x="872330" y="1733110"/>
                  </a:lnTo>
                  <a:lnTo>
                    <a:pt x="921258" y="1734312"/>
                  </a:lnTo>
                  <a:lnTo>
                    <a:pt x="970181" y="1733110"/>
                  </a:lnTo>
                  <a:lnTo>
                    <a:pt x="1018441" y="1729543"/>
                  </a:lnTo>
                  <a:lnTo>
                    <a:pt x="1065971" y="1723673"/>
                  </a:lnTo>
                  <a:lnTo>
                    <a:pt x="1112710" y="1715559"/>
                  </a:lnTo>
                  <a:lnTo>
                    <a:pt x="1158593" y="1705260"/>
                  </a:lnTo>
                  <a:lnTo>
                    <a:pt x="1203556" y="1692838"/>
                  </a:lnTo>
                  <a:lnTo>
                    <a:pt x="1247536" y="1678350"/>
                  </a:lnTo>
                  <a:lnTo>
                    <a:pt x="1290470" y="1661859"/>
                  </a:lnTo>
                  <a:lnTo>
                    <a:pt x="1332293" y="1643422"/>
                  </a:lnTo>
                  <a:lnTo>
                    <a:pt x="1372941" y="1623101"/>
                  </a:lnTo>
                  <a:lnTo>
                    <a:pt x="1412352" y="1600956"/>
                  </a:lnTo>
                  <a:lnTo>
                    <a:pt x="1450461" y="1577046"/>
                  </a:lnTo>
                  <a:lnTo>
                    <a:pt x="1487204" y="1551430"/>
                  </a:lnTo>
                  <a:lnTo>
                    <a:pt x="1522519" y="1524170"/>
                  </a:lnTo>
                  <a:lnTo>
                    <a:pt x="1556341" y="1495325"/>
                  </a:lnTo>
                  <a:lnTo>
                    <a:pt x="1588607" y="1464956"/>
                  </a:lnTo>
                  <a:lnTo>
                    <a:pt x="1619252" y="1433120"/>
                  </a:lnTo>
                  <a:lnTo>
                    <a:pt x="1648214" y="1399880"/>
                  </a:lnTo>
                  <a:lnTo>
                    <a:pt x="1675428" y="1365295"/>
                  </a:lnTo>
                  <a:lnTo>
                    <a:pt x="1700831" y="1329424"/>
                  </a:lnTo>
                  <a:lnTo>
                    <a:pt x="1724360" y="1292328"/>
                  </a:lnTo>
                  <a:lnTo>
                    <a:pt x="1745949" y="1254066"/>
                  </a:lnTo>
                  <a:lnTo>
                    <a:pt x="1765537" y="1214699"/>
                  </a:lnTo>
                  <a:lnTo>
                    <a:pt x="1783059" y="1174287"/>
                  </a:lnTo>
                  <a:lnTo>
                    <a:pt x="1798451" y="1132888"/>
                  </a:lnTo>
                  <a:lnTo>
                    <a:pt x="1811650" y="1090564"/>
                  </a:lnTo>
                  <a:lnTo>
                    <a:pt x="1822592" y="1047374"/>
                  </a:lnTo>
                  <a:lnTo>
                    <a:pt x="1831213" y="1003379"/>
                  </a:lnTo>
                  <a:lnTo>
                    <a:pt x="1837450" y="958637"/>
                  </a:lnTo>
                  <a:lnTo>
                    <a:pt x="1841238" y="913209"/>
                  </a:lnTo>
                  <a:lnTo>
                    <a:pt x="1842516" y="867155"/>
                  </a:lnTo>
                  <a:lnTo>
                    <a:pt x="1841238" y="821102"/>
                  </a:lnTo>
                  <a:lnTo>
                    <a:pt x="1837450" y="775674"/>
                  </a:lnTo>
                  <a:lnTo>
                    <a:pt x="1831213" y="730932"/>
                  </a:lnTo>
                  <a:lnTo>
                    <a:pt x="1822592" y="686937"/>
                  </a:lnTo>
                  <a:lnTo>
                    <a:pt x="1811650" y="643747"/>
                  </a:lnTo>
                  <a:lnTo>
                    <a:pt x="1798451" y="601423"/>
                  </a:lnTo>
                  <a:lnTo>
                    <a:pt x="1783059" y="560024"/>
                  </a:lnTo>
                  <a:lnTo>
                    <a:pt x="1765537" y="519612"/>
                  </a:lnTo>
                  <a:lnTo>
                    <a:pt x="1745949" y="480245"/>
                  </a:lnTo>
                  <a:lnTo>
                    <a:pt x="1724360" y="441983"/>
                  </a:lnTo>
                  <a:lnTo>
                    <a:pt x="1700831" y="404887"/>
                  </a:lnTo>
                  <a:lnTo>
                    <a:pt x="1675428" y="369016"/>
                  </a:lnTo>
                  <a:lnTo>
                    <a:pt x="1648214" y="334431"/>
                  </a:lnTo>
                  <a:lnTo>
                    <a:pt x="1619252" y="301191"/>
                  </a:lnTo>
                  <a:lnTo>
                    <a:pt x="1588607" y="269355"/>
                  </a:lnTo>
                  <a:lnTo>
                    <a:pt x="1556341" y="238986"/>
                  </a:lnTo>
                  <a:lnTo>
                    <a:pt x="1522519" y="210141"/>
                  </a:lnTo>
                  <a:lnTo>
                    <a:pt x="1487204" y="182881"/>
                  </a:lnTo>
                  <a:lnTo>
                    <a:pt x="1450461" y="157265"/>
                  </a:lnTo>
                  <a:lnTo>
                    <a:pt x="1412352" y="133355"/>
                  </a:lnTo>
                  <a:lnTo>
                    <a:pt x="1372941" y="111210"/>
                  </a:lnTo>
                  <a:lnTo>
                    <a:pt x="1332293" y="90889"/>
                  </a:lnTo>
                  <a:lnTo>
                    <a:pt x="1290470" y="72452"/>
                  </a:lnTo>
                  <a:lnTo>
                    <a:pt x="1247536" y="55961"/>
                  </a:lnTo>
                  <a:lnTo>
                    <a:pt x="1203556" y="41473"/>
                  </a:lnTo>
                  <a:lnTo>
                    <a:pt x="1158593" y="29051"/>
                  </a:lnTo>
                  <a:lnTo>
                    <a:pt x="1112710" y="18752"/>
                  </a:lnTo>
                  <a:lnTo>
                    <a:pt x="1065971" y="10638"/>
                  </a:lnTo>
                  <a:lnTo>
                    <a:pt x="1018441" y="4768"/>
                  </a:lnTo>
                  <a:lnTo>
                    <a:pt x="970181" y="1201"/>
                  </a:lnTo>
                  <a:lnTo>
                    <a:pt x="9212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21613" y="5223510"/>
              <a:ext cx="1842770" cy="1734820"/>
            </a:xfrm>
            <a:custGeom>
              <a:avLst/>
              <a:gdLst/>
              <a:ahLst/>
              <a:cxnLst/>
              <a:rect l="l" t="t" r="r" b="b"/>
              <a:pathLst>
                <a:path w="1842770" h="1734820">
                  <a:moveTo>
                    <a:pt x="0" y="867155"/>
                  </a:moveTo>
                  <a:lnTo>
                    <a:pt x="1276" y="821102"/>
                  </a:lnTo>
                  <a:lnTo>
                    <a:pt x="5065" y="775674"/>
                  </a:lnTo>
                  <a:lnTo>
                    <a:pt x="11301" y="730932"/>
                  </a:lnTo>
                  <a:lnTo>
                    <a:pt x="19922" y="686937"/>
                  </a:lnTo>
                  <a:lnTo>
                    <a:pt x="30863" y="643747"/>
                  </a:lnTo>
                  <a:lnTo>
                    <a:pt x="44061" y="601423"/>
                  </a:lnTo>
                  <a:lnTo>
                    <a:pt x="59452" y="560024"/>
                  </a:lnTo>
                  <a:lnTo>
                    <a:pt x="76972" y="519612"/>
                  </a:lnTo>
                  <a:lnTo>
                    <a:pt x="96559" y="480245"/>
                  </a:lnTo>
                  <a:lnTo>
                    <a:pt x="118147" y="441983"/>
                  </a:lnTo>
                  <a:lnTo>
                    <a:pt x="141674" y="404887"/>
                  </a:lnTo>
                  <a:lnTo>
                    <a:pt x="167076" y="369016"/>
                  </a:lnTo>
                  <a:lnTo>
                    <a:pt x="194290" y="334431"/>
                  </a:lnTo>
                  <a:lnTo>
                    <a:pt x="223250" y="301191"/>
                  </a:lnTo>
                  <a:lnTo>
                    <a:pt x="253895" y="269355"/>
                  </a:lnTo>
                  <a:lnTo>
                    <a:pt x="286159" y="238986"/>
                  </a:lnTo>
                  <a:lnTo>
                    <a:pt x="319981" y="210141"/>
                  </a:lnTo>
                  <a:lnTo>
                    <a:pt x="355295" y="182881"/>
                  </a:lnTo>
                  <a:lnTo>
                    <a:pt x="392038" y="157265"/>
                  </a:lnTo>
                  <a:lnTo>
                    <a:pt x="430146" y="133355"/>
                  </a:lnTo>
                  <a:lnTo>
                    <a:pt x="469557" y="111210"/>
                  </a:lnTo>
                  <a:lnTo>
                    <a:pt x="510206" y="90889"/>
                  </a:lnTo>
                  <a:lnTo>
                    <a:pt x="552029" y="72452"/>
                  </a:lnTo>
                  <a:lnTo>
                    <a:pt x="594963" y="55961"/>
                  </a:lnTo>
                  <a:lnTo>
                    <a:pt x="638944" y="41473"/>
                  </a:lnTo>
                  <a:lnTo>
                    <a:pt x="683909" y="29051"/>
                  </a:lnTo>
                  <a:lnTo>
                    <a:pt x="729794" y="18752"/>
                  </a:lnTo>
                  <a:lnTo>
                    <a:pt x="776535" y="10638"/>
                  </a:lnTo>
                  <a:lnTo>
                    <a:pt x="824068" y="4768"/>
                  </a:lnTo>
                  <a:lnTo>
                    <a:pt x="872330" y="1201"/>
                  </a:lnTo>
                  <a:lnTo>
                    <a:pt x="921258" y="0"/>
                  </a:lnTo>
                  <a:lnTo>
                    <a:pt x="970181" y="1201"/>
                  </a:lnTo>
                  <a:lnTo>
                    <a:pt x="1018441" y="4768"/>
                  </a:lnTo>
                  <a:lnTo>
                    <a:pt x="1065971" y="10638"/>
                  </a:lnTo>
                  <a:lnTo>
                    <a:pt x="1112710" y="18752"/>
                  </a:lnTo>
                  <a:lnTo>
                    <a:pt x="1158593" y="29051"/>
                  </a:lnTo>
                  <a:lnTo>
                    <a:pt x="1203556" y="41473"/>
                  </a:lnTo>
                  <a:lnTo>
                    <a:pt x="1247536" y="55961"/>
                  </a:lnTo>
                  <a:lnTo>
                    <a:pt x="1290470" y="72452"/>
                  </a:lnTo>
                  <a:lnTo>
                    <a:pt x="1332293" y="90889"/>
                  </a:lnTo>
                  <a:lnTo>
                    <a:pt x="1372941" y="111210"/>
                  </a:lnTo>
                  <a:lnTo>
                    <a:pt x="1412352" y="133355"/>
                  </a:lnTo>
                  <a:lnTo>
                    <a:pt x="1450461" y="157265"/>
                  </a:lnTo>
                  <a:lnTo>
                    <a:pt x="1487204" y="182881"/>
                  </a:lnTo>
                  <a:lnTo>
                    <a:pt x="1522519" y="210141"/>
                  </a:lnTo>
                  <a:lnTo>
                    <a:pt x="1556341" y="238986"/>
                  </a:lnTo>
                  <a:lnTo>
                    <a:pt x="1588607" y="269355"/>
                  </a:lnTo>
                  <a:lnTo>
                    <a:pt x="1619252" y="301191"/>
                  </a:lnTo>
                  <a:lnTo>
                    <a:pt x="1648214" y="334431"/>
                  </a:lnTo>
                  <a:lnTo>
                    <a:pt x="1675428" y="369016"/>
                  </a:lnTo>
                  <a:lnTo>
                    <a:pt x="1700831" y="404887"/>
                  </a:lnTo>
                  <a:lnTo>
                    <a:pt x="1724360" y="441983"/>
                  </a:lnTo>
                  <a:lnTo>
                    <a:pt x="1745949" y="480245"/>
                  </a:lnTo>
                  <a:lnTo>
                    <a:pt x="1765537" y="519612"/>
                  </a:lnTo>
                  <a:lnTo>
                    <a:pt x="1783059" y="560024"/>
                  </a:lnTo>
                  <a:lnTo>
                    <a:pt x="1798451" y="601423"/>
                  </a:lnTo>
                  <a:lnTo>
                    <a:pt x="1811650" y="643747"/>
                  </a:lnTo>
                  <a:lnTo>
                    <a:pt x="1822592" y="686937"/>
                  </a:lnTo>
                  <a:lnTo>
                    <a:pt x="1831213" y="730932"/>
                  </a:lnTo>
                  <a:lnTo>
                    <a:pt x="1837450" y="775674"/>
                  </a:lnTo>
                  <a:lnTo>
                    <a:pt x="1841238" y="821102"/>
                  </a:lnTo>
                  <a:lnTo>
                    <a:pt x="1842516" y="867155"/>
                  </a:lnTo>
                  <a:lnTo>
                    <a:pt x="1841238" y="913209"/>
                  </a:lnTo>
                  <a:lnTo>
                    <a:pt x="1837450" y="958637"/>
                  </a:lnTo>
                  <a:lnTo>
                    <a:pt x="1831213" y="1003379"/>
                  </a:lnTo>
                  <a:lnTo>
                    <a:pt x="1822592" y="1047374"/>
                  </a:lnTo>
                  <a:lnTo>
                    <a:pt x="1811650" y="1090564"/>
                  </a:lnTo>
                  <a:lnTo>
                    <a:pt x="1798451" y="1132888"/>
                  </a:lnTo>
                  <a:lnTo>
                    <a:pt x="1783059" y="1174287"/>
                  </a:lnTo>
                  <a:lnTo>
                    <a:pt x="1765537" y="1214699"/>
                  </a:lnTo>
                  <a:lnTo>
                    <a:pt x="1745949" y="1254066"/>
                  </a:lnTo>
                  <a:lnTo>
                    <a:pt x="1724360" y="1292328"/>
                  </a:lnTo>
                  <a:lnTo>
                    <a:pt x="1700831" y="1329424"/>
                  </a:lnTo>
                  <a:lnTo>
                    <a:pt x="1675428" y="1365295"/>
                  </a:lnTo>
                  <a:lnTo>
                    <a:pt x="1648214" y="1399880"/>
                  </a:lnTo>
                  <a:lnTo>
                    <a:pt x="1619252" y="1433120"/>
                  </a:lnTo>
                  <a:lnTo>
                    <a:pt x="1588607" y="1464956"/>
                  </a:lnTo>
                  <a:lnTo>
                    <a:pt x="1556341" y="1495325"/>
                  </a:lnTo>
                  <a:lnTo>
                    <a:pt x="1522519" y="1524170"/>
                  </a:lnTo>
                  <a:lnTo>
                    <a:pt x="1487204" y="1551430"/>
                  </a:lnTo>
                  <a:lnTo>
                    <a:pt x="1450461" y="1577046"/>
                  </a:lnTo>
                  <a:lnTo>
                    <a:pt x="1412352" y="1600956"/>
                  </a:lnTo>
                  <a:lnTo>
                    <a:pt x="1372941" y="1623101"/>
                  </a:lnTo>
                  <a:lnTo>
                    <a:pt x="1332293" y="1643422"/>
                  </a:lnTo>
                  <a:lnTo>
                    <a:pt x="1290470" y="1661859"/>
                  </a:lnTo>
                  <a:lnTo>
                    <a:pt x="1247536" y="1678350"/>
                  </a:lnTo>
                  <a:lnTo>
                    <a:pt x="1203556" y="1692838"/>
                  </a:lnTo>
                  <a:lnTo>
                    <a:pt x="1158593" y="1705260"/>
                  </a:lnTo>
                  <a:lnTo>
                    <a:pt x="1112710" y="1715559"/>
                  </a:lnTo>
                  <a:lnTo>
                    <a:pt x="1065971" y="1723673"/>
                  </a:lnTo>
                  <a:lnTo>
                    <a:pt x="1018441" y="1729543"/>
                  </a:lnTo>
                  <a:lnTo>
                    <a:pt x="970181" y="1733110"/>
                  </a:lnTo>
                  <a:lnTo>
                    <a:pt x="921258" y="1734312"/>
                  </a:lnTo>
                  <a:lnTo>
                    <a:pt x="872330" y="1733110"/>
                  </a:lnTo>
                  <a:lnTo>
                    <a:pt x="824068" y="1729543"/>
                  </a:lnTo>
                  <a:lnTo>
                    <a:pt x="776535" y="1723673"/>
                  </a:lnTo>
                  <a:lnTo>
                    <a:pt x="729794" y="1715559"/>
                  </a:lnTo>
                  <a:lnTo>
                    <a:pt x="683909" y="1705260"/>
                  </a:lnTo>
                  <a:lnTo>
                    <a:pt x="638944" y="1692838"/>
                  </a:lnTo>
                  <a:lnTo>
                    <a:pt x="594963" y="1678350"/>
                  </a:lnTo>
                  <a:lnTo>
                    <a:pt x="552029" y="1661859"/>
                  </a:lnTo>
                  <a:lnTo>
                    <a:pt x="510206" y="1643422"/>
                  </a:lnTo>
                  <a:lnTo>
                    <a:pt x="469557" y="1623101"/>
                  </a:lnTo>
                  <a:lnTo>
                    <a:pt x="430146" y="1600956"/>
                  </a:lnTo>
                  <a:lnTo>
                    <a:pt x="392038" y="1577046"/>
                  </a:lnTo>
                  <a:lnTo>
                    <a:pt x="355295" y="1551430"/>
                  </a:lnTo>
                  <a:lnTo>
                    <a:pt x="319981" y="1524170"/>
                  </a:lnTo>
                  <a:lnTo>
                    <a:pt x="286159" y="1495325"/>
                  </a:lnTo>
                  <a:lnTo>
                    <a:pt x="253895" y="1464956"/>
                  </a:lnTo>
                  <a:lnTo>
                    <a:pt x="223250" y="1433120"/>
                  </a:lnTo>
                  <a:lnTo>
                    <a:pt x="194290" y="1399880"/>
                  </a:lnTo>
                  <a:lnTo>
                    <a:pt x="167076" y="1365295"/>
                  </a:lnTo>
                  <a:lnTo>
                    <a:pt x="141674" y="1329424"/>
                  </a:lnTo>
                  <a:lnTo>
                    <a:pt x="118147" y="1292328"/>
                  </a:lnTo>
                  <a:lnTo>
                    <a:pt x="96559" y="1254066"/>
                  </a:lnTo>
                  <a:lnTo>
                    <a:pt x="76972" y="1214699"/>
                  </a:lnTo>
                  <a:lnTo>
                    <a:pt x="59452" y="1174287"/>
                  </a:lnTo>
                  <a:lnTo>
                    <a:pt x="44061" y="1132888"/>
                  </a:lnTo>
                  <a:lnTo>
                    <a:pt x="30863" y="1090564"/>
                  </a:lnTo>
                  <a:lnTo>
                    <a:pt x="19922" y="1047374"/>
                  </a:lnTo>
                  <a:lnTo>
                    <a:pt x="11301" y="1003379"/>
                  </a:lnTo>
                  <a:lnTo>
                    <a:pt x="5065" y="958637"/>
                  </a:lnTo>
                  <a:lnTo>
                    <a:pt x="1276" y="913209"/>
                  </a:lnTo>
                  <a:lnTo>
                    <a:pt x="0" y="867155"/>
                  </a:lnTo>
                  <a:close/>
                </a:path>
              </a:pathLst>
            </a:custGeom>
            <a:ln w="102107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3148" y="4238244"/>
              <a:ext cx="3777996" cy="127711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091945" y="2361438"/>
              <a:ext cx="1842770" cy="1734820"/>
            </a:xfrm>
            <a:custGeom>
              <a:avLst/>
              <a:gdLst/>
              <a:ahLst/>
              <a:cxnLst/>
              <a:rect l="l" t="t" r="r" b="b"/>
              <a:pathLst>
                <a:path w="1842770" h="1734820">
                  <a:moveTo>
                    <a:pt x="921258" y="0"/>
                  </a:moveTo>
                  <a:lnTo>
                    <a:pt x="872334" y="1201"/>
                  </a:lnTo>
                  <a:lnTo>
                    <a:pt x="824074" y="4768"/>
                  </a:lnTo>
                  <a:lnTo>
                    <a:pt x="776544" y="10638"/>
                  </a:lnTo>
                  <a:lnTo>
                    <a:pt x="729805" y="18752"/>
                  </a:lnTo>
                  <a:lnTo>
                    <a:pt x="683922" y="29051"/>
                  </a:lnTo>
                  <a:lnTo>
                    <a:pt x="638959" y="41473"/>
                  </a:lnTo>
                  <a:lnTo>
                    <a:pt x="594979" y="55961"/>
                  </a:lnTo>
                  <a:lnTo>
                    <a:pt x="552045" y="72452"/>
                  </a:lnTo>
                  <a:lnTo>
                    <a:pt x="510222" y="90889"/>
                  </a:lnTo>
                  <a:lnTo>
                    <a:pt x="469574" y="111210"/>
                  </a:lnTo>
                  <a:lnTo>
                    <a:pt x="430163" y="133355"/>
                  </a:lnTo>
                  <a:lnTo>
                    <a:pt x="392054" y="157265"/>
                  </a:lnTo>
                  <a:lnTo>
                    <a:pt x="355311" y="182881"/>
                  </a:lnTo>
                  <a:lnTo>
                    <a:pt x="319996" y="210141"/>
                  </a:lnTo>
                  <a:lnTo>
                    <a:pt x="286174" y="238986"/>
                  </a:lnTo>
                  <a:lnTo>
                    <a:pt x="253908" y="269355"/>
                  </a:lnTo>
                  <a:lnTo>
                    <a:pt x="223263" y="301191"/>
                  </a:lnTo>
                  <a:lnTo>
                    <a:pt x="194301" y="334431"/>
                  </a:lnTo>
                  <a:lnTo>
                    <a:pt x="167087" y="369016"/>
                  </a:lnTo>
                  <a:lnTo>
                    <a:pt x="141684" y="404887"/>
                  </a:lnTo>
                  <a:lnTo>
                    <a:pt x="118155" y="441983"/>
                  </a:lnTo>
                  <a:lnTo>
                    <a:pt x="96566" y="480245"/>
                  </a:lnTo>
                  <a:lnTo>
                    <a:pt x="76978" y="519612"/>
                  </a:lnTo>
                  <a:lnTo>
                    <a:pt x="59456" y="560024"/>
                  </a:lnTo>
                  <a:lnTo>
                    <a:pt x="44064" y="601423"/>
                  </a:lnTo>
                  <a:lnTo>
                    <a:pt x="30865" y="643747"/>
                  </a:lnTo>
                  <a:lnTo>
                    <a:pt x="19923" y="686937"/>
                  </a:lnTo>
                  <a:lnTo>
                    <a:pt x="11302" y="730932"/>
                  </a:lnTo>
                  <a:lnTo>
                    <a:pt x="5065" y="775674"/>
                  </a:lnTo>
                  <a:lnTo>
                    <a:pt x="1277" y="821102"/>
                  </a:lnTo>
                  <a:lnTo>
                    <a:pt x="0" y="867155"/>
                  </a:lnTo>
                  <a:lnTo>
                    <a:pt x="1277" y="913209"/>
                  </a:lnTo>
                  <a:lnTo>
                    <a:pt x="5065" y="958637"/>
                  </a:lnTo>
                  <a:lnTo>
                    <a:pt x="11302" y="1003379"/>
                  </a:lnTo>
                  <a:lnTo>
                    <a:pt x="19923" y="1047374"/>
                  </a:lnTo>
                  <a:lnTo>
                    <a:pt x="30865" y="1090564"/>
                  </a:lnTo>
                  <a:lnTo>
                    <a:pt x="44064" y="1132888"/>
                  </a:lnTo>
                  <a:lnTo>
                    <a:pt x="59456" y="1174287"/>
                  </a:lnTo>
                  <a:lnTo>
                    <a:pt x="76978" y="1214699"/>
                  </a:lnTo>
                  <a:lnTo>
                    <a:pt x="96566" y="1254066"/>
                  </a:lnTo>
                  <a:lnTo>
                    <a:pt x="118155" y="1292328"/>
                  </a:lnTo>
                  <a:lnTo>
                    <a:pt x="141684" y="1329424"/>
                  </a:lnTo>
                  <a:lnTo>
                    <a:pt x="167087" y="1365295"/>
                  </a:lnTo>
                  <a:lnTo>
                    <a:pt x="194301" y="1399880"/>
                  </a:lnTo>
                  <a:lnTo>
                    <a:pt x="223263" y="1433120"/>
                  </a:lnTo>
                  <a:lnTo>
                    <a:pt x="253908" y="1464956"/>
                  </a:lnTo>
                  <a:lnTo>
                    <a:pt x="286174" y="1495325"/>
                  </a:lnTo>
                  <a:lnTo>
                    <a:pt x="319996" y="1524170"/>
                  </a:lnTo>
                  <a:lnTo>
                    <a:pt x="355311" y="1551430"/>
                  </a:lnTo>
                  <a:lnTo>
                    <a:pt x="392054" y="1577046"/>
                  </a:lnTo>
                  <a:lnTo>
                    <a:pt x="430163" y="1600956"/>
                  </a:lnTo>
                  <a:lnTo>
                    <a:pt x="469574" y="1623101"/>
                  </a:lnTo>
                  <a:lnTo>
                    <a:pt x="510222" y="1643422"/>
                  </a:lnTo>
                  <a:lnTo>
                    <a:pt x="552045" y="1661859"/>
                  </a:lnTo>
                  <a:lnTo>
                    <a:pt x="594979" y="1678350"/>
                  </a:lnTo>
                  <a:lnTo>
                    <a:pt x="638959" y="1692838"/>
                  </a:lnTo>
                  <a:lnTo>
                    <a:pt x="683922" y="1705260"/>
                  </a:lnTo>
                  <a:lnTo>
                    <a:pt x="729805" y="1715559"/>
                  </a:lnTo>
                  <a:lnTo>
                    <a:pt x="776544" y="1723673"/>
                  </a:lnTo>
                  <a:lnTo>
                    <a:pt x="824074" y="1729543"/>
                  </a:lnTo>
                  <a:lnTo>
                    <a:pt x="872334" y="1733110"/>
                  </a:lnTo>
                  <a:lnTo>
                    <a:pt x="921258" y="1734311"/>
                  </a:lnTo>
                  <a:lnTo>
                    <a:pt x="970181" y="1733110"/>
                  </a:lnTo>
                  <a:lnTo>
                    <a:pt x="1018441" y="1729543"/>
                  </a:lnTo>
                  <a:lnTo>
                    <a:pt x="1065971" y="1723673"/>
                  </a:lnTo>
                  <a:lnTo>
                    <a:pt x="1112710" y="1715559"/>
                  </a:lnTo>
                  <a:lnTo>
                    <a:pt x="1158593" y="1705260"/>
                  </a:lnTo>
                  <a:lnTo>
                    <a:pt x="1203556" y="1692838"/>
                  </a:lnTo>
                  <a:lnTo>
                    <a:pt x="1247536" y="1678350"/>
                  </a:lnTo>
                  <a:lnTo>
                    <a:pt x="1290470" y="1661859"/>
                  </a:lnTo>
                  <a:lnTo>
                    <a:pt x="1332293" y="1643422"/>
                  </a:lnTo>
                  <a:lnTo>
                    <a:pt x="1372941" y="1623101"/>
                  </a:lnTo>
                  <a:lnTo>
                    <a:pt x="1412352" y="1600956"/>
                  </a:lnTo>
                  <a:lnTo>
                    <a:pt x="1450461" y="1577046"/>
                  </a:lnTo>
                  <a:lnTo>
                    <a:pt x="1487204" y="1551430"/>
                  </a:lnTo>
                  <a:lnTo>
                    <a:pt x="1522519" y="1524170"/>
                  </a:lnTo>
                  <a:lnTo>
                    <a:pt x="1556341" y="1495325"/>
                  </a:lnTo>
                  <a:lnTo>
                    <a:pt x="1588607" y="1464956"/>
                  </a:lnTo>
                  <a:lnTo>
                    <a:pt x="1619252" y="1433120"/>
                  </a:lnTo>
                  <a:lnTo>
                    <a:pt x="1648214" y="1399880"/>
                  </a:lnTo>
                  <a:lnTo>
                    <a:pt x="1675428" y="1365295"/>
                  </a:lnTo>
                  <a:lnTo>
                    <a:pt x="1700831" y="1329424"/>
                  </a:lnTo>
                  <a:lnTo>
                    <a:pt x="1724360" y="1292328"/>
                  </a:lnTo>
                  <a:lnTo>
                    <a:pt x="1745949" y="1254066"/>
                  </a:lnTo>
                  <a:lnTo>
                    <a:pt x="1765537" y="1214699"/>
                  </a:lnTo>
                  <a:lnTo>
                    <a:pt x="1783059" y="1174287"/>
                  </a:lnTo>
                  <a:lnTo>
                    <a:pt x="1798451" y="1132888"/>
                  </a:lnTo>
                  <a:lnTo>
                    <a:pt x="1811650" y="1090564"/>
                  </a:lnTo>
                  <a:lnTo>
                    <a:pt x="1822592" y="1047374"/>
                  </a:lnTo>
                  <a:lnTo>
                    <a:pt x="1831213" y="1003379"/>
                  </a:lnTo>
                  <a:lnTo>
                    <a:pt x="1837450" y="958637"/>
                  </a:lnTo>
                  <a:lnTo>
                    <a:pt x="1841238" y="913209"/>
                  </a:lnTo>
                  <a:lnTo>
                    <a:pt x="1842515" y="867155"/>
                  </a:lnTo>
                  <a:lnTo>
                    <a:pt x="1841238" y="821102"/>
                  </a:lnTo>
                  <a:lnTo>
                    <a:pt x="1837450" y="775674"/>
                  </a:lnTo>
                  <a:lnTo>
                    <a:pt x="1831213" y="730932"/>
                  </a:lnTo>
                  <a:lnTo>
                    <a:pt x="1822592" y="686937"/>
                  </a:lnTo>
                  <a:lnTo>
                    <a:pt x="1811650" y="643747"/>
                  </a:lnTo>
                  <a:lnTo>
                    <a:pt x="1798451" y="601423"/>
                  </a:lnTo>
                  <a:lnTo>
                    <a:pt x="1783059" y="560024"/>
                  </a:lnTo>
                  <a:lnTo>
                    <a:pt x="1765537" y="519612"/>
                  </a:lnTo>
                  <a:lnTo>
                    <a:pt x="1745949" y="480245"/>
                  </a:lnTo>
                  <a:lnTo>
                    <a:pt x="1724360" y="441983"/>
                  </a:lnTo>
                  <a:lnTo>
                    <a:pt x="1700831" y="404887"/>
                  </a:lnTo>
                  <a:lnTo>
                    <a:pt x="1675428" y="369016"/>
                  </a:lnTo>
                  <a:lnTo>
                    <a:pt x="1648214" y="334431"/>
                  </a:lnTo>
                  <a:lnTo>
                    <a:pt x="1619252" y="301191"/>
                  </a:lnTo>
                  <a:lnTo>
                    <a:pt x="1588607" y="269355"/>
                  </a:lnTo>
                  <a:lnTo>
                    <a:pt x="1556341" y="238986"/>
                  </a:lnTo>
                  <a:lnTo>
                    <a:pt x="1522519" y="210141"/>
                  </a:lnTo>
                  <a:lnTo>
                    <a:pt x="1487204" y="182881"/>
                  </a:lnTo>
                  <a:lnTo>
                    <a:pt x="1450461" y="157265"/>
                  </a:lnTo>
                  <a:lnTo>
                    <a:pt x="1412352" y="133355"/>
                  </a:lnTo>
                  <a:lnTo>
                    <a:pt x="1372941" y="111210"/>
                  </a:lnTo>
                  <a:lnTo>
                    <a:pt x="1332293" y="90889"/>
                  </a:lnTo>
                  <a:lnTo>
                    <a:pt x="1290470" y="72452"/>
                  </a:lnTo>
                  <a:lnTo>
                    <a:pt x="1247536" y="55961"/>
                  </a:lnTo>
                  <a:lnTo>
                    <a:pt x="1203556" y="41473"/>
                  </a:lnTo>
                  <a:lnTo>
                    <a:pt x="1158593" y="29051"/>
                  </a:lnTo>
                  <a:lnTo>
                    <a:pt x="1112710" y="18752"/>
                  </a:lnTo>
                  <a:lnTo>
                    <a:pt x="1065971" y="10638"/>
                  </a:lnTo>
                  <a:lnTo>
                    <a:pt x="1018441" y="4768"/>
                  </a:lnTo>
                  <a:lnTo>
                    <a:pt x="970181" y="1201"/>
                  </a:lnTo>
                  <a:lnTo>
                    <a:pt x="9212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91945" y="2361438"/>
              <a:ext cx="1842770" cy="1734820"/>
            </a:xfrm>
            <a:custGeom>
              <a:avLst/>
              <a:gdLst/>
              <a:ahLst/>
              <a:cxnLst/>
              <a:rect l="l" t="t" r="r" b="b"/>
              <a:pathLst>
                <a:path w="1842770" h="1734820">
                  <a:moveTo>
                    <a:pt x="0" y="867155"/>
                  </a:moveTo>
                  <a:lnTo>
                    <a:pt x="1277" y="821102"/>
                  </a:lnTo>
                  <a:lnTo>
                    <a:pt x="5065" y="775674"/>
                  </a:lnTo>
                  <a:lnTo>
                    <a:pt x="11302" y="730932"/>
                  </a:lnTo>
                  <a:lnTo>
                    <a:pt x="19923" y="686937"/>
                  </a:lnTo>
                  <a:lnTo>
                    <a:pt x="30865" y="643747"/>
                  </a:lnTo>
                  <a:lnTo>
                    <a:pt x="44064" y="601423"/>
                  </a:lnTo>
                  <a:lnTo>
                    <a:pt x="59456" y="560024"/>
                  </a:lnTo>
                  <a:lnTo>
                    <a:pt x="76978" y="519612"/>
                  </a:lnTo>
                  <a:lnTo>
                    <a:pt x="96566" y="480245"/>
                  </a:lnTo>
                  <a:lnTo>
                    <a:pt x="118155" y="441983"/>
                  </a:lnTo>
                  <a:lnTo>
                    <a:pt x="141684" y="404887"/>
                  </a:lnTo>
                  <a:lnTo>
                    <a:pt x="167087" y="369016"/>
                  </a:lnTo>
                  <a:lnTo>
                    <a:pt x="194301" y="334431"/>
                  </a:lnTo>
                  <a:lnTo>
                    <a:pt x="223263" y="301191"/>
                  </a:lnTo>
                  <a:lnTo>
                    <a:pt x="253908" y="269355"/>
                  </a:lnTo>
                  <a:lnTo>
                    <a:pt x="286174" y="238986"/>
                  </a:lnTo>
                  <a:lnTo>
                    <a:pt x="319996" y="210141"/>
                  </a:lnTo>
                  <a:lnTo>
                    <a:pt x="355311" y="182881"/>
                  </a:lnTo>
                  <a:lnTo>
                    <a:pt x="392054" y="157265"/>
                  </a:lnTo>
                  <a:lnTo>
                    <a:pt x="430163" y="133355"/>
                  </a:lnTo>
                  <a:lnTo>
                    <a:pt x="469574" y="111210"/>
                  </a:lnTo>
                  <a:lnTo>
                    <a:pt x="510222" y="90889"/>
                  </a:lnTo>
                  <a:lnTo>
                    <a:pt x="552045" y="72452"/>
                  </a:lnTo>
                  <a:lnTo>
                    <a:pt x="594979" y="55961"/>
                  </a:lnTo>
                  <a:lnTo>
                    <a:pt x="638959" y="41473"/>
                  </a:lnTo>
                  <a:lnTo>
                    <a:pt x="683922" y="29051"/>
                  </a:lnTo>
                  <a:lnTo>
                    <a:pt x="729805" y="18752"/>
                  </a:lnTo>
                  <a:lnTo>
                    <a:pt x="776544" y="10638"/>
                  </a:lnTo>
                  <a:lnTo>
                    <a:pt x="824074" y="4768"/>
                  </a:lnTo>
                  <a:lnTo>
                    <a:pt x="872334" y="1201"/>
                  </a:lnTo>
                  <a:lnTo>
                    <a:pt x="921258" y="0"/>
                  </a:lnTo>
                  <a:lnTo>
                    <a:pt x="970181" y="1201"/>
                  </a:lnTo>
                  <a:lnTo>
                    <a:pt x="1018441" y="4768"/>
                  </a:lnTo>
                  <a:lnTo>
                    <a:pt x="1065971" y="10638"/>
                  </a:lnTo>
                  <a:lnTo>
                    <a:pt x="1112710" y="18752"/>
                  </a:lnTo>
                  <a:lnTo>
                    <a:pt x="1158593" y="29051"/>
                  </a:lnTo>
                  <a:lnTo>
                    <a:pt x="1203556" y="41473"/>
                  </a:lnTo>
                  <a:lnTo>
                    <a:pt x="1247536" y="55961"/>
                  </a:lnTo>
                  <a:lnTo>
                    <a:pt x="1290470" y="72452"/>
                  </a:lnTo>
                  <a:lnTo>
                    <a:pt x="1332293" y="90889"/>
                  </a:lnTo>
                  <a:lnTo>
                    <a:pt x="1372941" y="111210"/>
                  </a:lnTo>
                  <a:lnTo>
                    <a:pt x="1412352" y="133355"/>
                  </a:lnTo>
                  <a:lnTo>
                    <a:pt x="1450461" y="157265"/>
                  </a:lnTo>
                  <a:lnTo>
                    <a:pt x="1487204" y="182881"/>
                  </a:lnTo>
                  <a:lnTo>
                    <a:pt x="1522519" y="210141"/>
                  </a:lnTo>
                  <a:lnTo>
                    <a:pt x="1556341" y="238986"/>
                  </a:lnTo>
                  <a:lnTo>
                    <a:pt x="1588607" y="269355"/>
                  </a:lnTo>
                  <a:lnTo>
                    <a:pt x="1619252" y="301191"/>
                  </a:lnTo>
                  <a:lnTo>
                    <a:pt x="1648214" y="334431"/>
                  </a:lnTo>
                  <a:lnTo>
                    <a:pt x="1675428" y="369016"/>
                  </a:lnTo>
                  <a:lnTo>
                    <a:pt x="1700831" y="404887"/>
                  </a:lnTo>
                  <a:lnTo>
                    <a:pt x="1724360" y="441983"/>
                  </a:lnTo>
                  <a:lnTo>
                    <a:pt x="1745949" y="480245"/>
                  </a:lnTo>
                  <a:lnTo>
                    <a:pt x="1765537" y="519612"/>
                  </a:lnTo>
                  <a:lnTo>
                    <a:pt x="1783059" y="560024"/>
                  </a:lnTo>
                  <a:lnTo>
                    <a:pt x="1798451" y="601423"/>
                  </a:lnTo>
                  <a:lnTo>
                    <a:pt x="1811650" y="643747"/>
                  </a:lnTo>
                  <a:lnTo>
                    <a:pt x="1822592" y="686937"/>
                  </a:lnTo>
                  <a:lnTo>
                    <a:pt x="1831213" y="730932"/>
                  </a:lnTo>
                  <a:lnTo>
                    <a:pt x="1837450" y="775674"/>
                  </a:lnTo>
                  <a:lnTo>
                    <a:pt x="1841238" y="821102"/>
                  </a:lnTo>
                  <a:lnTo>
                    <a:pt x="1842515" y="867155"/>
                  </a:lnTo>
                  <a:lnTo>
                    <a:pt x="1841238" y="913209"/>
                  </a:lnTo>
                  <a:lnTo>
                    <a:pt x="1837450" y="958637"/>
                  </a:lnTo>
                  <a:lnTo>
                    <a:pt x="1831213" y="1003379"/>
                  </a:lnTo>
                  <a:lnTo>
                    <a:pt x="1822592" y="1047374"/>
                  </a:lnTo>
                  <a:lnTo>
                    <a:pt x="1811650" y="1090564"/>
                  </a:lnTo>
                  <a:lnTo>
                    <a:pt x="1798451" y="1132888"/>
                  </a:lnTo>
                  <a:lnTo>
                    <a:pt x="1783059" y="1174287"/>
                  </a:lnTo>
                  <a:lnTo>
                    <a:pt x="1765537" y="1214699"/>
                  </a:lnTo>
                  <a:lnTo>
                    <a:pt x="1745949" y="1254066"/>
                  </a:lnTo>
                  <a:lnTo>
                    <a:pt x="1724360" y="1292328"/>
                  </a:lnTo>
                  <a:lnTo>
                    <a:pt x="1700831" y="1329424"/>
                  </a:lnTo>
                  <a:lnTo>
                    <a:pt x="1675428" y="1365295"/>
                  </a:lnTo>
                  <a:lnTo>
                    <a:pt x="1648214" y="1399880"/>
                  </a:lnTo>
                  <a:lnTo>
                    <a:pt x="1619252" y="1433120"/>
                  </a:lnTo>
                  <a:lnTo>
                    <a:pt x="1588607" y="1464956"/>
                  </a:lnTo>
                  <a:lnTo>
                    <a:pt x="1556341" y="1495325"/>
                  </a:lnTo>
                  <a:lnTo>
                    <a:pt x="1522519" y="1524170"/>
                  </a:lnTo>
                  <a:lnTo>
                    <a:pt x="1487204" y="1551430"/>
                  </a:lnTo>
                  <a:lnTo>
                    <a:pt x="1450461" y="1577046"/>
                  </a:lnTo>
                  <a:lnTo>
                    <a:pt x="1412352" y="1600956"/>
                  </a:lnTo>
                  <a:lnTo>
                    <a:pt x="1372941" y="1623101"/>
                  </a:lnTo>
                  <a:lnTo>
                    <a:pt x="1332293" y="1643422"/>
                  </a:lnTo>
                  <a:lnTo>
                    <a:pt x="1290470" y="1661859"/>
                  </a:lnTo>
                  <a:lnTo>
                    <a:pt x="1247536" y="1678350"/>
                  </a:lnTo>
                  <a:lnTo>
                    <a:pt x="1203556" y="1692838"/>
                  </a:lnTo>
                  <a:lnTo>
                    <a:pt x="1158593" y="1705260"/>
                  </a:lnTo>
                  <a:lnTo>
                    <a:pt x="1112710" y="1715559"/>
                  </a:lnTo>
                  <a:lnTo>
                    <a:pt x="1065971" y="1723673"/>
                  </a:lnTo>
                  <a:lnTo>
                    <a:pt x="1018441" y="1729543"/>
                  </a:lnTo>
                  <a:lnTo>
                    <a:pt x="970181" y="1733110"/>
                  </a:lnTo>
                  <a:lnTo>
                    <a:pt x="921258" y="1734311"/>
                  </a:lnTo>
                  <a:lnTo>
                    <a:pt x="872334" y="1733110"/>
                  </a:lnTo>
                  <a:lnTo>
                    <a:pt x="824074" y="1729543"/>
                  </a:lnTo>
                  <a:lnTo>
                    <a:pt x="776544" y="1723673"/>
                  </a:lnTo>
                  <a:lnTo>
                    <a:pt x="729805" y="1715559"/>
                  </a:lnTo>
                  <a:lnTo>
                    <a:pt x="683922" y="1705260"/>
                  </a:lnTo>
                  <a:lnTo>
                    <a:pt x="638959" y="1692838"/>
                  </a:lnTo>
                  <a:lnTo>
                    <a:pt x="594979" y="1678350"/>
                  </a:lnTo>
                  <a:lnTo>
                    <a:pt x="552045" y="1661859"/>
                  </a:lnTo>
                  <a:lnTo>
                    <a:pt x="510222" y="1643422"/>
                  </a:lnTo>
                  <a:lnTo>
                    <a:pt x="469574" y="1623101"/>
                  </a:lnTo>
                  <a:lnTo>
                    <a:pt x="430163" y="1600956"/>
                  </a:lnTo>
                  <a:lnTo>
                    <a:pt x="392054" y="1577046"/>
                  </a:lnTo>
                  <a:lnTo>
                    <a:pt x="355311" y="1551430"/>
                  </a:lnTo>
                  <a:lnTo>
                    <a:pt x="319996" y="1524170"/>
                  </a:lnTo>
                  <a:lnTo>
                    <a:pt x="286174" y="1495325"/>
                  </a:lnTo>
                  <a:lnTo>
                    <a:pt x="253908" y="1464956"/>
                  </a:lnTo>
                  <a:lnTo>
                    <a:pt x="223263" y="1433120"/>
                  </a:lnTo>
                  <a:lnTo>
                    <a:pt x="194301" y="1399880"/>
                  </a:lnTo>
                  <a:lnTo>
                    <a:pt x="167087" y="1365295"/>
                  </a:lnTo>
                  <a:lnTo>
                    <a:pt x="141684" y="1329424"/>
                  </a:lnTo>
                  <a:lnTo>
                    <a:pt x="118155" y="1292328"/>
                  </a:lnTo>
                  <a:lnTo>
                    <a:pt x="96566" y="1254066"/>
                  </a:lnTo>
                  <a:lnTo>
                    <a:pt x="76978" y="1214699"/>
                  </a:lnTo>
                  <a:lnTo>
                    <a:pt x="59456" y="1174287"/>
                  </a:lnTo>
                  <a:lnTo>
                    <a:pt x="44064" y="1132888"/>
                  </a:lnTo>
                  <a:lnTo>
                    <a:pt x="30865" y="1090564"/>
                  </a:lnTo>
                  <a:lnTo>
                    <a:pt x="19923" y="1047374"/>
                  </a:lnTo>
                  <a:lnTo>
                    <a:pt x="11302" y="1003379"/>
                  </a:lnTo>
                  <a:lnTo>
                    <a:pt x="5065" y="958637"/>
                  </a:lnTo>
                  <a:lnTo>
                    <a:pt x="1277" y="913209"/>
                  </a:lnTo>
                  <a:lnTo>
                    <a:pt x="0" y="867155"/>
                  </a:lnTo>
                  <a:close/>
                </a:path>
              </a:pathLst>
            </a:custGeom>
            <a:ln w="102107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14271" y="2630424"/>
              <a:ext cx="1194816" cy="119329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5463" y="5492495"/>
              <a:ext cx="1194815" cy="119481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00044" y="6894575"/>
              <a:ext cx="1219200" cy="12192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269486" y="1320546"/>
              <a:ext cx="1842770" cy="1732914"/>
            </a:xfrm>
            <a:custGeom>
              <a:avLst/>
              <a:gdLst/>
              <a:ahLst/>
              <a:cxnLst/>
              <a:rect l="l" t="t" r="r" b="b"/>
              <a:pathLst>
                <a:path w="1842770" h="1732914">
                  <a:moveTo>
                    <a:pt x="0" y="866394"/>
                  </a:moveTo>
                  <a:lnTo>
                    <a:pt x="1277" y="820377"/>
                  </a:lnTo>
                  <a:lnTo>
                    <a:pt x="5065" y="774986"/>
                  </a:lnTo>
                  <a:lnTo>
                    <a:pt x="11302" y="730281"/>
                  </a:lnTo>
                  <a:lnTo>
                    <a:pt x="19923" y="686321"/>
                  </a:lnTo>
                  <a:lnTo>
                    <a:pt x="30865" y="643168"/>
                  </a:lnTo>
                  <a:lnTo>
                    <a:pt x="44064" y="600879"/>
                  </a:lnTo>
                  <a:lnTo>
                    <a:pt x="59456" y="559516"/>
                  </a:lnTo>
                  <a:lnTo>
                    <a:pt x="76978" y="519138"/>
                  </a:lnTo>
                  <a:lnTo>
                    <a:pt x="96566" y="479805"/>
                  </a:lnTo>
                  <a:lnTo>
                    <a:pt x="118155" y="441577"/>
                  </a:lnTo>
                  <a:lnTo>
                    <a:pt x="141684" y="404514"/>
                  </a:lnTo>
                  <a:lnTo>
                    <a:pt x="167087" y="368675"/>
                  </a:lnTo>
                  <a:lnTo>
                    <a:pt x="194301" y="334120"/>
                  </a:lnTo>
                  <a:lnTo>
                    <a:pt x="223263" y="300910"/>
                  </a:lnTo>
                  <a:lnTo>
                    <a:pt x="253908" y="269103"/>
                  </a:lnTo>
                  <a:lnTo>
                    <a:pt x="286174" y="238761"/>
                  </a:lnTo>
                  <a:lnTo>
                    <a:pt x="319996" y="209943"/>
                  </a:lnTo>
                  <a:lnTo>
                    <a:pt x="355311" y="182708"/>
                  </a:lnTo>
                  <a:lnTo>
                    <a:pt x="392054" y="157116"/>
                  </a:lnTo>
                  <a:lnTo>
                    <a:pt x="430163" y="133228"/>
                  </a:lnTo>
                  <a:lnTo>
                    <a:pt x="469574" y="111104"/>
                  </a:lnTo>
                  <a:lnTo>
                    <a:pt x="510222" y="90802"/>
                  </a:lnTo>
                  <a:lnTo>
                    <a:pt x="552045" y="72383"/>
                  </a:lnTo>
                  <a:lnTo>
                    <a:pt x="594979" y="55907"/>
                  </a:lnTo>
                  <a:lnTo>
                    <a:pt x="638959" y="41433"/>
                  </a:lnTo>
                  <a:lnTo>
                    <a:pt x="683922" y="29022"/>
                  </a:lnTo>
                  <a:lnTo>
                    <a:pt x="729805" y="18734"/>
                  </a:lnTo>
                  <a:lnTo>
                    <a:pt x="776544" y="10627"/>
                  </a:lnTo>
                  <a:lnTo>
                    <a:pt x="824074" y="4763"/>
                  </a:lnTo>
                  <a:lnTo>
                    <a:pt x="872334" y="1200"/>
                  </a:lnTo>
                  <a:lnTo>
                    <a:pt x="921258" y="0"/>
                  </a:lnTo>
                  <a:lnTo>
                    <a:pt x="970181" y="1200"/>
                  </a:lnTo>
                  <a:lnTo>
                    <a:pt x="1018441" y="4763"/>
                  </a:lnTo>
                  <a:lnTo>
                    <a:pt x="1065971" y="10627"/>
                  </a:lnTo>
                  <a:lnTo>
                    <a:pt x="1112710" y="18734"/>
                  </a:lnTo>
                  <a:lnTo>
                    <a:pt x="1158593" y="29022"/>
                  </a:lnTo>
                  <a:lnTo>
                    <a:pt x="1203556" y="41433"/>
                  </a:lnTo>
                  <a:lnTo>
                    <a:pt x="1247536" y="55907"/>
                  </a:lnTo>
                  <a:lnTo>
                    <a:pt x="1290470" y="72383"/>
                  </a:lnTo>
                  <a:lnTo>
                    <a:pt x="1332293" y="90802"/>
                  </a:lnTo>
                  <a:lnTo>
                    <a:pt x="1372941" y="111104"/>
                  </a:lnTo>
                  <a:lnTo>
                    <a:pt x="1412352" y="133228"/>
                  </a:lnTo>
                  <a:lnTo>
                    <a:pt x="1450461" y="157116"/>
                  </a:lnTo>
                  <a:lnTo>
                    <a:pt x="1487204" y="182708"/>
                  </a:lnTo>
                  <a:lnTo>
                    <a:pt x="1522519" y="209943"/>
                  </a:lnTo>
                  <a:lnTo>
                    <a:pt x="1556341" y="238761"/>
                  </a:lnTo>
                  <a:lnTo>
                    <a:pt x="1588607" y="269103"/>
                  </a:lnTo>
                  <a:lnTo>
                    <a:pt x="1619252" y="300910"/>
                  </a:lnTo>
                  <a:lnTo>
                    <a:pt x="1648214" y="334120"/>
                  </a:lnTo>
                  <a:lnTo>
                    <a:pt x="1675428" y="368675"/>
                  </a:lnTo>
                  <a:lnTo>
                    <a:pt x="1700831" y="404514"/>
                  </a:lnTo>
                  <a:lnTo>
                    <a:pt x="1724360" y="441577"/>
                  </a:lnTo>
                  <a:lnTo>
                    <a:pt x="1745949" y="479805"/>
                  </a:lnTo>
                  <a:lnTo>
                    <a:pt x="1765537" y="519138"/>
                  </a:lnTo>
                  <a:lnTo>
                    <a:pt x="1783059" y="559516"/>
                  </a:lnTo>
                  <a:lnTo>
                    <a:pt x="1798451" y="600879"/>
                  </a:lnTo>
                  <a:lnTo>
                    <a:pt x="1811650" y="643168"/>
                  </a:lnTo>
                  <a:lnTo>
                    <a:pt x="1822592" y="686321"/>
                  </a:lnTo>
                  <a:lnTo>
                    <a:pt x="1831213" y="730281"/>
                  </a:lnTo>
                  <a:lnTo>
                    <a:pt x="1837450" y="774986"/>
                  </a:lnTo>
                  <a:lnTo>
                    <a:pt x="1841238" y="820377"/>
                  </a:lnTo>
                  <a:lnTo>
                    <a:pt x="1842515" y="866394"/>
                  </a:lnTo>
                  <a:lnTo>
                    <a:pt x="1841238" y="912410"/>
                  </a:lnTo>
                  <a:lnTo>
                    <a:pt x="1837450" y="957801"/>
                  </a:lnTo>
                  <a:lnTo>
                    <a:pt x="1831213" y="1002506"/>
                  </a:lnTo>
                  <a:lnTo>
                    <a:pt x="1822592" y="1046466"/>
                  </a:lnTo>
                  <a:lnTo>
                    <a:pt x="1811650" y="1089619"/>
                  </a:lnTo>
                  <a:lnTo>
                    <a:pt x="1798451" y="1131908"/>
                  </a:lnTo>
                  <a:lnTo>
                    <a:pt x="1783059" y="1173271"/>
                  </a:lnTo>
                  <a:lnTo>
                    <a:pt x="1765537" y="1213649"/>
                  </a:lnTo>
                  <a:lnTo>
                    <a:pt x="1745949" y="1252982"/>
                  </a:lnTo>
                  <a:lnTo>
                    <a:pt x="1724360" y="1291210"/>
                  </a:lnTo>
                  <a:lnTo>
                    <a:pt x="1700831" y="1328273"/>
                  </a:lnTo>
                  <a:lnTo>
                    <a:pt x="1675428" y="1364112"/>
                  </a:lnTo>
                  <a:lnTo>
                    <a:pt x="1648214" y="1398667"/>
                  </a:lnTo>
                  <a:lnTo>
                    <a:pt x="1619252" y="1431877"/>
                  </a:lnTo>
                  <a:lnTo>
                    <a:pt x="1588607" y="1463684"/>
                  </a:lnTo>
                  <a:lnTo>
                    <a:pt x="1556341" y="1494026"/>
                  </a:lnTo>
                  <a:lnTo>
                    <a:pt x="1522519" y="1522844"/>
                  </a:lnTo>
                  <a:lnTo>
                    <a:pt x="1487204" y="1550079"/>
                  </a:lnTo>
                  <a:lnTo>
                    <a:pt x="1450461" y="1575671"/>
                  </a:lnTo>
                  <a:lnTo>
                    <a:pt x="1412352" y="1599559"/>
                  </a:lnTo>
                  <a:lnTo>
                    <a:pt x="1372941" y="1621683"/>
                  </a:lnTo>
                  <a:lnTo>
                    <a:pt x="1332293" y="1641985"/>
                  </a:lnTo>
                  <a:lnTo>
                    <a:pt x="1290470" y="1660404"/>
                  </a:lnTo>
                  <a:lnTo>
                    <a:pt x="1247536" y="1676880"/>
                  </a:lnTo>
                  <a:lnTo>
                    <a:pt x="1203556" y="1691354"/>
                  </a:lnTo>
                  <a:lnTo>
                    <a:pt x="1158593" y="1703765"/>
                  </a:lnTo>
                  <a:lnTo>
                    <a:pt x="1112710" y="1714053"/>
                  </a:lnTo>
                  <a:lnTo>
                    <a:pt x="1065971" y="1722160"/>
                  </a:lnTo>
                  <a:lnTo>
                    <a:pt x="1018441" y="1728024"/>
                  </a:lnTo>
                  <a:lnTo>
                    <a:pt x="970181" y="1731587"/>
                  </a:lnTo>
                  <a:lnTo>
                    <a:pt x="921258" y="1732787"/>
                  </a:lnTo>
                  <a:lnTo>
                    <a:pt x="872334" y="1731587"/>
                  </a:lnTo>
                  <a:lnTo>
                    <a:pt x="824074" y="1728024"/>
                  </a:lnTo>
                  <a:lnTo>
                    <a:pt x="776544" y="1722160"/>
                  </a:lnTo>
                  <a:lnTo>
                    <a:pt x="729805" y="1714053"/>
                  </a:lnTo>
                  <a:lnTo>
                    <a:pt x="683922" y="1703765"/>
                  </a:lnTo>
                  <a:lnTo>
                    <a:pt x="638959" y="1691354"/>
                  </a:lnTo>
                  <a:lnTo>
                    <a:pt x="594979" y="1676880"/>
                  </a:lnTo>
                  <a:lnTo>
                    <a:pt x="552045" y="1660404"/>
                  </a:lnTo>
                  <a:lnTo>
                    <a:pt x="510222" y="1641985"/>
                  </a:lnTo>
                  <a:lnTo>
                    <a:pt x="469574" y="1621683"/>
                  </a:lnTo>
                  <a:lnTo>
                    <a:pt x="430163" y="1599559"/>
                  </a:lnTo>
                  <a:lnTo>
                    <a:pt x="392054" y="1575671"/>
                  </a:lnTo>
                  <a:lnTo>
                    <a:pt x="355311" y="1550079"/>
                  </a:lnTo>
                  <a:lnTo>
                    <a:pt x="319996" y="1522844"/>
                  </a:lnTo>
                  <a:lnTo>
                    <a:pt x="286174" y="1494026"/>
                  </a:lnTo>
                  <a:lnTo>
                    <a:pt x="253908" y="1463684"/>
                  </a:lnTo>
                  <a:lnTo>
                    <a:pt x="223263" y="1431877"/>
                  </a:lnTo>
                  <a:lnTo>
                    <a:pt x="194301" y="1398667"/>
                  </a:lnTo>
                  <a:lnTo>
                    <a:pt x="167087" y="1364112"/>
                  </a:lnTo>
                  <a:lnTo>
                    <a:pt x="141684" y="1328273"/>
                  </a:lnTo>
                  <a:lnTo>
                    <a:pt x="118155" y="1291210"/>
                  </a:lnTo>
                  <a:lnTo>
                    <a:pt x="96566" y="1252982"/>
                  </a:lnTo>
                  <a:lnTo>
                    <a:pt x="76978" y="1213649"/>
                  </a:lnTo>
                  <a:lnTo>
                    <a:pt x="59456" y="1173271"/>
                  </a:lnTo>
                  <a:lnTo>
                    <a:pt x="44064" y="1131908"/>
                  </a:lnTo>
                  <a:lnTo>
                    <a:pt x="30865" y="1089619"/>
                  </a:lnTo>
                  <a:lnTo>
                    <a:pt x="19923" y="1046466"/>
                  </a:lnTo>
                  <a:lnTo>
                    <a:pt x="11302" y="1002506"/>
                  </a:lnTo>
                  <a:lnTo>
                    <a:pt x="5065" y="957801"/>
                  </a:lnTo>
                  <a:lnTo>
                    <a:pt x="1277" y="912410"/>
                  </a:lnTo>
                  <a:lnTo>
                    <a:pt x="0" y="866394"/>
                  </a:lnTo>
                  <a:close/>
                </a:path>
              </a:pathLst>
            </a:custGeom>
            <a:ln w="102107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342710" y="1623203"/>
              <a:ext cx="240665" cy="1008380"/>
            </a:xfrm>
            <a:custGeom>
              <a:avLst/>
              <a:gdLst/>
              <a:ahLst/>
              <a:cxnLst/>
              <a:rect l="l" t="t" r="r" b="b"/>
              <a:pathLst>
                <a:path w="240664" h="1008380">
                  <a:moveTo>
                    <a:pt x="120314" y="0"/>
                  </a:moveTo>
                  <a:lnTo>
                    <a:pt x="74927" y="9396"/>
                  </a:lnTo>
                  <a:lnTo>
                    <a:pt x="36523" y="35080"/>
                  </a:lnTo>
                  <a:lnTo>
                    <a:pt x="9936" y="73292"/>
                  </a:lnTo>
                  <a:lnTo>
                    <a:pt x="0" y="120275"/>
                  </a:lnTo>
                  <a:lnTo>
                    <a:pt x="0" y="876294"/>
                  </a:lnTo>
                  <a:lnTo>
                    <a:pt x="10091" y="932565"/>
                  </a:lnTo>
                  <a:lnTo>
                    <a:pt x="36936" y="973881"/>
                  </a:lnTo>
                  <a:lnTo>
                    <a:pt x="75391" y="999336"/>
                  </a:lnTo>
                  <a:lnTo>
                    <a:pt x="120314" y="1008022"/>
                  </a:lnTo>
                  <a:lnTo>
                    <a:pt x="163283" y="1000326"/>
                  </a:lnTo>
                  <a:lnTo>
                    <a:pt x="201956" y="976523"/>
                  </a:lnTo>
                  <a:lnTo>
                    <a:pt x="229886" y="935537"/>
                  </a:lnTo>
                  <a:lnTo>
                    <a:pt x="240628" y="876294"/>
                  </a:lnTo>
                  <a:lnTo>
                    <a:pt x="240628" y="126003"/>
                  </a:lnTo>
                  <a:lnTo>
                    <a:pt x="230691" y="73595"/>
                  </a:lnTo>
                  <a:lnTo>
                    <a:pt x="204104" y="33917"/>
                  </a:lnTo>
                  <a:lnTo>
                    <a:pt x="165700" y="8781"/>
                  </a:lnTo>
                  <a:lnTo>
                    <a:pt x="120314" y="0"/>
                  </a:lnTo>
                  <a:close/>
                </a:path>
              </a:pathLst>
            </a:custGeom>
            <a:solidFill>
              <a:srgbClr val="F8A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027601" y="2006940"/>
              <a:ext cx="240665" cy="624840"/>
            </a:xfrm>
            <a:custGeom>
              <a:avLst/>
              <a:gdLst/>
              <a:ahLst/>
              <a:cxnLst/>
              <a:rect l="l" t="t" r="r" b="b"/>
              <a:pathLst>
                <a:path w="240664" h="624839">
                  <a:moveTo>
                    <a:pt x="120314" y="0"/>
                  </a:moveTo>
                  <a:lnTo>
                    <a:pt x="74927" y="9396"/>
                  </a:lnTo>
                  <a:lnTo>
                    <a:pt x="36523" y="35080"/>
                  </a:lnTo>
                  <a:lnTo>
                    <a:pt x="9936" y="73292"/>
                  </a:lnTo>
                  <a:lnTo>
                    <a:pt x="0" y="120275"/>
                  </a:lnTo>
                  <a:lnTo>
                    <a:pt x="0" y="492557"/>
                  </a:lnTo>
                  <a:lnTo>
                    <a:pt x="10091" y="548828"/>
                  </a:lnTo>
                  <a:lnTo>
                    <a:pt x="36935" y="590144"/>
                  </a:lnTo>
                  <a:lnTo>
                    <a:pt x="75391" y="615599"/>
                  </a:lnTo>
                  <a:lnTo>
                    <a:pt x="120314" y="624285"/>
                  </a:lnTo>
                  <a:lnTo>
                    <a:pt x="163283" y="616590"/>
                  </a:lnTo>
                  <a:lnTo>
                    <a:pt x="201956" y="592786"/>
                  </a:lnTo>
                  <a:lnTo>
                    <a:pt x="229886" y="551800"/>
                  </a:lnTo>
                  <a:lnTo>
                    <a:pt x="240628" y="492557"/>
                  </a:lnTo>
                  <a:lnTo>
                    <a:pt x="240628" y="126003"/>
                  </a:lnTo>
                  <a:lnTo>
                    <a:pt x="230691" y="73595"/>
                  </a:lnTo>
                  <a:lnTo>
                    <a:pt x="204104" y="33917"/>
                  </a:lnTo>
                  <a:lnTo>
                    <a:pt x="165700" y="8781"/>
                  </a:lnTo>
                  <a:lnTo>
                    <a:pt x="120314" y="0"/>
                  </a:lnTo>
                  <a:close/>
                </a:path>
              </a:pathLst>
            </a:custGeom>
            <a:solidFill>
              <a:srgbClr val="E274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12492" y="2390672"/>
              <a:ext cx="240628" cy="24055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346436" y="5140451"/>
              <a:ext cx="1150620" cy="115062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9015222" y="1806702"/>
              <a:ext cx="1842770" cy="1732914"/>
            </a:xfrm>
            <a:custGeom>
              <a:avLst/>
              <a:gdLst/>
              <a:ahLst/>
              <a:cxnLst/>
              <a:rect l="l" t="t" r="r" b="b"/>
              <a:pathLst>
                <a:path w="1842770" h="1732914">
                  <a:moveTo>
                    <a:pt x="0" y="866394"/>
                  </a:moveTo>
                  <a:lnTo>
                    <a:pt x="1277" y="820377"/>
                  </a:lnTo>
                  <a:lnTo>
                    <a:pt x="5065" y="774986"/>
                  </a:lnTo>
                  <a:lnTo>
                    <a:pt x="11302" y="730281"/>
                  </a:lnTo>
                  <a:lnTo>
                    <a:pt x="19923" y="686321"/>
                  </a:lnTo>
                  <a:lnTo>
                    <a:pt x="30865" y="643168"/>
                  </a:lnTo>
                  <a:lnTo>
                    <a:pt x="44064" y="600879"/>
                  </a:lnTo>
                  <a:lnTo>
                    <a:pt x="59456" y="559516"/>
                  </a:lnTo>
                  <a:lnTo>
                    <a:pt x="76978" y="519138"/>
                  </a:lnTo>
                  <a:lnTo>
                    <a:pt x="96566" y="479805"/>
                  </a:lnTo>
                  <a:lnTo>
                    <a:pt x="118155" y="441577"/>
                  </a:lnTo>
                  <a:lnTo>
                    <a:pt x="141684" y="404514"/>
                  </a:lnTo>
                  <a:lnTo>
                    <a:pt x="167087" y="368675"/>
                  </a:lnTo>
                  <a:lnTo>
                    <a:pt x="194301" y="334120"/>
                  </a:lnTo>
                  <a:lnTo>
                    <a:pt x="223263" y="300910"/>
                  </a:lnTo>
                  <a:lnTo>
                    <a:pt x="253908" y="269103"/>
                  </a:lnTo>
                  <a:lnTo>
                    <a:pt x="286174" y="238761"/>
                  </a:lnTo>
                  <a:lnTo>
                    <a:pt x="319996" y="209943"/>
                  </a:lnTo>
                  <a:lnTo>
                    <a:pt x="355311" y="182708"/>
                  </a:lnTo>
                  <a:lnTo>
                    <a:pt x="392054" y="157116"/>
                  </a:lnTo>
                  <a:lnTo>
                    <a:pt x="430163" y="133228"/>
                  </a:lnTo>
                  <a:lnTo>
                    <a:pt x="469574" y="111104"/>
                  </a:lnTo>
                  <a:lnTo>
                    <a:pt x="510222" y="90802"/>
                  </a:lnTo>
                  <a:lnTo>
                    <a:pt x="552045" y="72383"/>
                  </a:lnTo>
                  <a:lnTo>
                    <a:pt x="594979" y="55907"/>
                  </a:lnTo>
                  <a:lnTo>
                    <a:pt x="638959" y="41433"/>
                  </a:lnTo>
                  <a:lnTo>
                    <a:pt x="683922" y="29022"/>
                  </a:lnTo>
                  <a:lnTo>
                    <a:pt x="729805" y="18734"/>
                  </a:lnTo>
                  <a:lnTo>
                    <a:pt x="776544" y="10627"/>
                  </a:lnTo>
                  <a:lnTo>
                    <a:pt x="824074" y="4763"/>
                  </a:lnTo>
                  <a:lnTo>
                    <a:pt x="872334" y="1200"/>
                  </a:lnTo>
                  <a:lnTo>
                    <a:pt x="921257" y="0"/>
                  </a:lnTo>
                  <a:lnTo>
                    <a:pt x="970181" y="1200"/>
                  </a:lnTo>
                  <a:lnTo>
                    <a:pt x="1018441" y="4763"/>
                  </a:lnTo>
                  <a:lnTo>
                    <a:pt x="1065971" y="10627"/>
                  </a:lnTo>
                  <a:lnTo>
                    <a:pt x="1112710" y="18734"/>
                  </a:lnTo>
                  <a:lnTo>
                    <a:pt x="1158593" y="29022"/>
                  </a:lnTo>
                  <a:lnTo>
                    <a:pt x="1203556" y="41433"/>
                  </a:lnTo>
                  <a:lnTo>
                    <a:pt x="1247536" y="55907"/>
                  </a:lnTo>
                  <a:lnTo>
                    <a:pt x="1290470" y="72383"/>
                  </a:lnTo>
                  <a:lnTo>
                    <a:pt x="1332293" y="90802"/>
                  </a:lnTo>
                  <a:lnTo>
                    <a:pt x="1372941" y="111104"/>
                  </a:lnTo>
                  <a:lnTo>
                    <a:pt x="1412352" y="133228"/>
                  </a:lnTo>
                  <a:lnTo>
                    <a:pt x="1450461" y="157116"/>
                  </a:lnTo>
                  <a:lnTo>
                    <a:pt x="1487204" y="182708"/>
                  </a:lnTo>
                  <a:lnTo>
                    <a:pt x="1522519" y="209943"/>
                  </a:lnTo>
                  <a:lnTo>
                    <a:pt x="1556341" y="238761"/>
                  </a:lnTo>
                  <a:lnTo>
                    <a:pt x="1588607" y="269103"/>
                  </a:lnTo>
                  <a:lnTo>
                    <a:pt x="1619252" y="300910"/>
                  </a:lnTo>
                  <a:lnTo>
                    <a:pt x="1648214" y="334120"/>
                  </a:lnTo>
                  <a:lnTo>
                    <a:pt x="1675428" y="368675"/>
                  </a:lnTo>
                  <a:lnTo>
                    <a:pt x="1700831" y="404514"/>
                  </a:lnTo>
                  <a:lnTo>
                    <a:pt x="1724360" y="441577"/>
                  </a:lnTo>
                  <a:lnTo>
                    <a:pt x="1745949" y="479805"/>
                  </a:lnTo>
                  <a:lnTo>
                    <a:pt x="1765537" y="519138"/>
                  </a:lnTo>
                  <a:lnTo>
                    <a:pt x="1783059" y="559516"/>
                  </a:lnTo>
                  <a:lnTo>
                    <a:pt x="1798451" y="600879"/>
                  </a:lnTo>
                  <a:lnTo>
                    <a:pt x="1811650" y="643168"/>
                  </a:lnTo>
                  <a:lnTo>
                    <a:pt x="1822592" y="686321"/>
                  </a:lnTo>
                  <a:lnTo>
                    <a:pt x="1831213" y="730281"/>
                  </a:lnTo>
                  <a:lnTo>
                    <a:pt x="1837450" y="774986"/>
                  </a:lnTo>
                  <a:lnTo>
                    <a:pt x="1841238" y="820377"/>
                  </a:lnTo>
                  <a:lnTo>
                    <a:pt x="1842516" y="866394"/>
                  </a:lnTo>
                  <a:lnTo>
                    <a:pt x="1841238" y="912410"/>
                  </a:lnTo>
                  <a:lnTo>
                    <a:pt x="1837450" y="957801"/>
                  </a:lnTo>
                  <a:lnTo>
                    <a:pt x="1831213" y="1002506"/>
                  </a:lnTo>
                  <a:lnTo>
                    <a:pt x="1822592" y="1046466"/>
                  </a:lnTo>
                  <a:lnTo>
                    <a:pt x="1811650" y="1089619"/>
                  </a:lnTo>
                  <a:lnTo>
                    <a:pt x="1798451" y="1131908"/>
                  </a:lnTo>
                  <a:lnTo>
                    <a:pt x="1783059" y="1173271"/>
                  </a:lnTo>
                  <a:lnTo>
                    <a:pt x="1765537" y="1213649"/>
                  </a:lnTo>
                  <a:lnTo>
                    <a:pt x="1745949" y="1252982"/>
                  </a:lnTo>
                  <a:lnTo>
                    <a:pt x="1724360" y="1291210"/>
                  </a:lnTo>
                  <a:lnTo>
                    <a:pt x="1700831" y="1328273"/>
                  </a:lnTo>
                  <a:lnTo>
                    <a:pt x="1675428" y="1364112"/>
                  </a:lnTo>
                  <a:lnTo>
                    <a:pt x="1648214" y="1398667"/>
                  </a:lnTo>
                  <a:lnTo>
                    <a:pt x="1619252" y="1431877"/>
                  </a:lnTo>
                  <a:lnTo>
                    <a:pt x="1588607" y="1463684"/>
                  </a:lnTo>
                  <a:lnTo>
                    <a:pt x="1556341" y="1494026"/>
                  </a:lnTo>
                  <a:lnTo>
                    <a:pt x="1522519" y="1522844"/>
                  </a:lnTo>
                  <a:lnTo>
                    <a:pt x="1487204" y="1550079"/>
                  </a:lnTo>
                  <a:lnTo>
                    <a:pt x="1450461" y="1575671"/>
                  </a:lnTo>
                  <a:lnTo>
                    <a:pt x="1412352" y="1599559"/>
                  </a:lnTo>
                  <a:lnTo>
                    <a:pt x="1372941" y="1621683"/>
                  </a:lnTo>
                  <a:lnTo>
                    <a:pt x="1332293" y="1641985"/>
                  </a:lnTo>
                  <a:lnTo>
                    <a:pt x="1290470" y="1660404"/>
                  </a:lnTo>
                  <a:lnTo>
                    <a:pt x="1247536" y="1676880"/>
                  </a:lnTo>
                  <a:lnTo>
                    <a:pt x="1203556" y="1691354"/>
                  </a:lnTo>
                  <a:lnTo>
                    <a:pt x="1158593" y="1703765"/>
                  </a:lnTo>
                  <a:lnTo>
                    <a:pt x="1112710" y="1714053"/>
                  </a:lnTo>
                  <a:lnTo>
                    <a:pt x="1065971" y="1722160"/>
                  </a:lnTo>
                  <a:lnTo>
                    <a:pt x="1018441" y="1728024"/>
                  </a:lnTo>
                  <a:lnTo>
                    <a:pt x="970181" y="1731587"/>
                  </a:lnTo>
                  <a:lnTo>
                    <a:pt x="921257" y="1732788"/>
                  </a:lnTo>
                  <a:lnTo>
                    <a:pt x="872334" y="1731587"/>
                  </a:lnTo>
                  <a:lnTo>
                    <a:pt x="824074" y="1728024"/>
                  </a:lnTo>
                  <a:lnTo>
                    <a:pt x="776544" y="1722160"/>
                  </a:lnTo>
                  <a:lnTo>
                    <a:pt x="729805" y="1714053"/>
                  </a:lnTo>
                  <a:lnTo>
                    <a:pt x="683922" y="1703765"/>
                  </a:lnTo>
                  <a:lnTo>
                    <a:pt x="638959" y="1691354"/>
                  </a:lnTo>
                  <a:lnTo>
                    <a:pt x="594979" y="1676880"/>
                  </a:lnTo>
                  <a:lnTo>
                    <a:pt x="552045" y="1660404"/>
                  </a:lnTo>
                  <a:lnTo>
                    <a:pt x="510222" y="1641985"/>
                  </a:lnTo>
                  <a:lnTo>
                    <a:pt x="469574" y="1621683"/>
                  </a:lnTo>
                  <a:lnTo>
                    <a:pt x="430163" y="1599559"/>
                  </a:lnTo>
                  <a:lnTo>
                    <a:pt x="392054" y="1575671"/>
                  </a:lnTo>
                  <a:lnTo>
                    <a:pt x="355311" y="1550079"/>
                  </a:lnTo>
                  <a:lnTo>
                    <a:pt x="319996" y="1522844"/>
                  </a:lnTo>
                  <a:lnTo>
                    <a:pt x="286174" y="1494026"/>
                  </a:lnTo>
                  <a:lnTo>
                    <a:pt x="253908" y="1463684"/>
                  </a:lnTo>
                  <a:lnTo>
                    <a:pt x="223263" y="1431877"/>
                  </a:lnTo>
                  <a:lnTo>
                    <a:pt x="194301" y="1398667"/>
                  </a:lnTo>
                  <a:lnTo>
                    <a:pt x="167087" y="1364112"/>
                  </a:lnTo>
                  <a:lnTo>
                    <a:pt x="141684" y="1328273"/>
                  </a:lnTo>
                  <a:lnTo>
                    <a:pt x="118155" y="1291210"/>
                  </a:lnTo>
                  <a:lnTo>
                    <a:pt x="96566" y="1252982"/>
                  </a:lnTo>
                  <a:lnTo>
                    <a:pt x="76978" y="1213649"/>
                  </a:lnTo>
                  <a:lnTo>
                    <a:pt x="59456" y="1173271"/>
                  </a:lnTo>
                  <a:lnTo>
                    <a:pt x="44064" y="1131908"/>
                  </a:lnTo>
                  <a:lnTo>
                    <a:pt x="30865" y="1089619"/>
                  </a:lnTo>
                  <a:lnTo>
                    <a:pt x="19923" y="1046466"/>
                  </a:lnTo>
                  <a:lnTo>
                    <a:pt x="11302" y="1002506"/>
                  </a:lnTo>
                  <a:lnTo>
                    <a:pt x="5065" y="957801"/>
                  </a:lnTo>
                  <a:lnTo>
                    <a:pt x="1277" y="912410"/>
                  </a:lnTo>
                  <a:lnTo>
                    <a:pt x="0" y="866394"/>
                  </a:lnTo>
                  <a:close/>
                </a:path>
              </a:pathLst>
            </a:custGeom>
            <a:ln w="102107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451901" y="2229223"/>
              <a:ext cx="629920" cy="754380"/>
            </a:xfrm>
            <a:custGeom>
              <a:avLst/>
              <a:gdLst/>
              <a:ahLst/>
              <a:cxnLst/>
              <a:rect l="l" t="t" r="r" b="b"/>
              <a:pathLst>
                <a:path w="629920" h="754380">
                  <a:moveTo>
                    <a:pt x="337502" y="0"/>
                  </a:moveTo>
                  <a:lnTo>
                    <a:pt x="0" y="585178"/>
                  </a:lnTo>
                  <a:lnTo>
                    <a:pt x="292298" y="754128"/>
                  </a:lnTo>
                  <a:lnTo>
                    <a:pt x="629786" y="168939"/>
                  </a:lnTo>
                  <a:lnTo>
                    <a:pt x="337502" y="0"/>
                  </a:lnTo>
                  <a:close/>
                </a:path>
              </a:pathLst>
            </a:custGeom>
            <a:solidFill>
              <a:srgbClr val="FABB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766746" y="2144655"/>
              <a:ext cx="675640" cy="923290"/>
            </a:xfrm>
            <a:custGeom>
              <a:avLst/>
              <a:gdLst/>
              <a:ahLst/>
              <a:cxnLst/>
              <a:rect l="l" t="t" r="r" b="b"/>
              <a:pathLst>
                <a:path w="675640" h="923289">
                  <a:moveTo>
                    <a:pt x="169695" y="0"/>
                  </a:moveTo>
                  <a:lnTo>
                    <a:pt x="126279" y="5426"/>
                  </a:lnTo>
                  <a:lnTo>
                    <a:pt x="84416" y="22654"/>
                  </a:lnTo>
                  <a:lnTo>
                    <a:pt x="48577" y="50336"/>
                  </a:lnTo>
                  <a:lnTo>
                    <a:pt x="22168" y="85264"/>
                  </a:lnTo>
                  <a:lnTo>
                    <a:pt x="5779" y="125236"/>
                  </a:lnTo>
                  <a:lnTo>
                    <a:pt x="0" y="168052"/>
                  </a:lnTo>
                  <a:lnTo>
                    <a:pt x="5419" y="211511"/>
                  </a:lnTo>
                  <a:lnTo>
                    <a:pt x="22628" y="253411"/>
                  </a:lnTo>
                  <a:lnTo>
                    <a:pt x="360151" y="838623"/>
                  </a:lnTo>
                  <a:lnTo>
                    <a:pt x="387803" y="874497"/>
                  </a:lnTo>
                  <a:lnTo>
                    <a:pt x="422694" y="900925"/>
                  </a:lnTo>
                  <a:lnTo>
                    <a:pt x="462627" y="917323"/>
                  </a:lnTo>
                  <a:lnTo>
                    <a:pt x="505405" y="923104"/>
                  </a:lnTo>
                  <a:lnTo>
                    <a:pt x="548830" y="917684"/>
                  </a:lnTo>
                  <a:lnTo>
                    <a:pt x="590705" y="900479"/>
                  </a:lnTo>
                  <a:lnTo>
                    <a:pt x="626528" y="872797"/>
                  </a:lnTo>
                  <a:lnTo>
                    <a:pt x="652919" y="837871"/>
                  </a:lnTo>
                  <a:lnTo>
                    <a:pt x="669294" y="797898"/>
                  </a:lnTo>
                  <a:lnTo>
                    <a:pt x="675065" y="755080"/>
                  </a:lnTo>
                  <a:lnTo>
                    <a:pt x="669647" y="711615"/>
                  </a:lnTo>
                  <a:lnTo>
                    <a:pt x="652454" y="669703"/>
                  </a:lnTo>
                  <a:lnTo>
                    <a:pt x="314941" y="84519"/>
                  </a:lnTo>
                  <a:lnTo>
                    <a:pt x="287289" y="48634"/>
                  </a:lnTo>
                  <a:lnTo>
                    <a:pt x="252399" y="22192"/>
                  </a:lnTo>
                  <a:lnTo>
                    <a:pt x="212468" y="5785"/>
                  </a:lnTo>
                  <a:lnTo>
                    <a:pt x="169695" y="0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429349" y="2729922"/>
              <a:ext cx="337820" cy="338455"/>
            </a:xfrm>
            <a:custGeom>
              <a:avLst/>
              <a:gdLst/>
              <a:ahLst/>
              <a:cxnLst/>
              <a:rect l="l" t="t" r="r" b="b"/>
              <a:pathLst>
                <a:path w="337820" h="338455">
                  <a:moveTo>
                    <a:pt x="168737" y="0"/>
                  </a:moveTo>
                  <a:lnTo>
                    <a:pt x="123880" y="6034"/>
                  </a:lnTo>
                  <a:lnTo>
                    <a:pt x="83572" y="23062"/>
                  </a:lnTo>
                  <a:lnTo>
                    <a:pt x="49422" y="49475"/>
                  </a:lnTo>
                  <a:lnTo>
                    <a:pt x="23037" y="83663"/>
                  </a:lnTo>
                  <a:lnTo>
                    <a:pt x="6027" y="124014"/>
                  </a:lnTo>
                  <a:lnTo>
                    <a:pt x="0" y="168920"/>
                  </a:lnTo>
                  <a:lnTo>
                    <a:pt x="6027" y="213827"/>
                  </a:lnTo>
                  <a:lnTo>
                    <a:pt x="23037" y="254179"/>
                  </a:lnTo>
                  <a:lnTo>
                    <a:pt x="49422" y="288366"/>
                  </a:lnTo>
                  <a:lnTo>
                    <a:pt x="83572" y="314779"/>
                  </a:lnTo>
                  <a:lnTo>
                    <a:pt x="123880" y="331807"/>
                  </a:lnTo>
                  <a:lnTo>
                    <a:pt x="168737" y="337840"/>
                  </a:lnTo>
                  <a:lnTo>
                    <a:pt x="213593" y="331807"/>
                  </a:lnTo>
                  <a:lnTo>
                    <a:pt x="253901" y="314779"/>
                  </a:lnTo>
                  <a:lnTo>
                    <a:pt x="288051" y="288367"/>
                  </a:lnTo>
                  <a:lnTo>
                    <a:pt x="314436" y="254180"/>
                  </a:lnTo>
                  <a:lnTo>
                    <a:pt x="331446" y="213830"/>
                  </a:lnTo>
                  <a:lnTo>
                    <a:pt x="337474" y="168925"/>
                  </a:lnTo>
                  <a:lnTo>
                    <a:pt x="331446" y="124017"/>
                  </a:lnTo>
                  <a:lnTo>
                    <a:pt x="314436" y="83665"/>
                  </a:lnTo>
                  <a:lnTo>
                    <a:pt x="288051" y="49476"/>
                  </a:lnTo>
                  <a:lnTo>
                    <a:pt x="253901" y="23063"/>
                  </a:lnTo>
                  <a:lnTo>
                    <a:pt x="213593" y="6034"/>
                  </a:lnTo>
                  <a:lnTo>
                    <a:pt x="168737" y="0"/>
                  </a:lnTo>
                  <a:close/>
                </a:path>
              </a:pathLst>
            </a:custGeom>
            <a:solidFill>
              <a:srgbClr val="34A8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564129" y="2186177"/>
              <a:ext cx="7437120" cy="5318760"/>
            </a:xfrm>
            <a:custGeom>
              <a:avLst/>
              <a:gdLst/>
              <a:ahLst/>
              <a:cxnLst/>
              <a:rect l="l" t="t" r="r" b="b"/>
              <a:pathLst>
                <a:path w="7437120" h="5318759">
                  <a:moveTo>
                    <a:pt x="0" y="3904869"/>
                  </a:moveTo>
                  <a:lnTo>
                    <a:pt x="791844" y="3904869"/>
                  </a:lnTo>
                  <a:lnTo>
                    <a:pt x="791844" y="2791968"/>
                  </a:lnTo>
                  <a:lnTo>
                    <a:pt x="1583817" y="2791968"/>
                  </a:lnTo>
                </a:path>
                <a:path w="7437120" h="5318759">
                  <a:moveTo>
                    <a:pt x="2366772" y="5318633"/>
                  </a:moveTo>
                  <a:lnTo>
                    <a:pt x="3272535" y="5318633"/>
                  </a:lnTo>
                  <a:lnTo>
                    <a:pt x="3272535" y="3569208"/>
                  </a:lnTo>
                </a:path>
                <a:path w="7437120" h="5318759">
                  <a:moveTo>
                    <a:pt x="5311648" y="621792"/>
                  </a:moveTo>
                  <a:lnTo>
                    <a:pt x="4599432" y="1638681"/>
                  </a:lnTo>
                </a:path>
                <a:path w="7437120" h="5318759">
                  <a:moveTo>
                    <a:pt x="5311140" y="621792"/>
                  </a:moveTo>
                  <a:lnTo>
                    <a:pt x="6491224" y="621792"/>
                  </a:lnTo>
                </a:path>
                <a:path w="7437120" h="5318759">
                  <a:moveTo>
                    <a:pt x="370331" y="1042416"/>
                  </a:moveTo>
                  <a:lnTo>
                    <a:pt x="977010" y="1042416"/>
                  </a:lnTo>
                  <a:lnTo>
                    <a:pt x="977010" y="2244598"/>
                  </a:lnTo>
                  <a:lnTo>
                    <a:pt x="1583690" y="2244598"/>
                  </a:lnTo>
                </a:path>
                <a:path w="7437120" h="5318759">
                  <a:moveTo>
                    <a:pt x="6294120" y="2596896"/>
                  </a:moveTo>
                  <a:lnTo>
                    <a:pt x="6865493" y="2596896"/>
                  </a:lnTo>
                  <a:lnTo>
                    <a:pt x="6865493" y="3550539"/>
                  </a:lnTo>
                  <a:lnTo>
                    <a:pt x="7436866" y="3550539"/>
                  </a:lnTo>
                </a:path>
                <a:path w="7437120" h="5318759">
                  <a:moveTo>
                    <a:pt x="3547872" y="0"/>
                  </a:moveTo>
                  <a:lnTo>
                    <a:pt x="3903091" y="0"/>
                  </a:lnTo>
                  <a:lnTo>
                    <a:pt x="3903091" y="1622679"/>
                  </a:lnTo>
                </a:path>
              </a:pathLst>
            </a:custGeom>
            <a:ln w="50292">
              <a:solidFill>
                <a:srgbClr val="FFC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074914" y="6997445"/>
              <a:ext cx="1842770" cy="1734820"/>
            </a:xfrm>
            <a:custGeom>
              <a:avLst/>
              <a:gdLst/>
              <a:ahLst/>
              <a:cxnLst/>
              <a:rect l="l" t="t" r="r" b="b"/>
              <a:pathLst>
                <a:path w="1842770" h="1734820">
                  <a:moveTo>
                    <a:pt x="921257" y="0"/>
                  </a:moveTo>
                  <a:lnTo>
                    <a:pt x="872334" y="1201"/>
                  </a:lnTo>
                  <a:lnTo>
                    <a:pt x="824074" y="4768"/>
                  </a:lnTo>
                  <a:lnTo>
                    <a:pt x="776544" y="10638"/>
                  </a:lnTo>
                  <a:lnTo>
                    <a:pt x="729805" y="18752"/>
                  </a:lnTo>
                  <a:lnTo>
                    <a:pt x="683922" y="29051"/>
                  </a:lnTo>
                  <a:lnTo>
                    <a:pt x="638959" y="41473"/>
                  </a:lnTo>
                  <a:lnTo>
                    <a:pt x="594979" y="55961"/>
                  </a:lnTo>
                  <a:lnTo>
                    <a:pt x="552045" y="72452"/>
                  </a:lnTo>
                  <a:lnTo>
                    <a:pt x="510222" y="90889"/>
                  </a:lnTo>
                  <a:lnTo>
                    <a:pt x="469574" y="111210"/>
                  </a:lnTo>
                  <a:lnTo>
                    <a:pt x="430163" y="133355"/>
                  </a:lnTo>
                  <a:lnTo>
                    <a:pt x="392054" y="157265"/>
                  </a:lnTo>
                  <a:lnTo>
                    <a:pt x="355311" y="182881"/>
                  </a:lnTo>
                  <a:lnTo>
                    <a:pt x="319996" y="210141"/>
                  </a:lnTo>
                  <a:lnTo>
                    <a:pt x="286174" y="238986"/>
                  </a:lnTo>
                  <a:lnTo>
                    <a:pt x="253908" y="269355"/>
                  </a:lnTo>
                  <a:lnTo>
                    <a:pt x="223263" y="301191"/>
                  </a:lnTo>
                  <a:lnTo>
                    <a:pt x="194301" y="334431"/>
                  </a:lnTo>
                  <a:lnTo>
                    <a:pt x="167087" y="369016"/>
                  </a:lnTo>
                  <a:lnTo>
                    <a:pt x="141684" y="404887"/>
                  </a:lnTo>
                  <a:lnTo>
                    <a:pt x="118155" y="441983"/>
                  </a:lnTo>
                  <a:lnTo>
                    <a:pt x="96566" y="480245"/>
                  </a:lnTo>
                  <a:lnTo>
                    <a:pt x="76978" y="519612"/>
                  </a:lnTo>
                  <a:lnTo>
                    <a:pt x="59456" y="560024"/>
                  </a:lnTo>
                  <a:lnTo>
                    <a:pt x="44064" y="601423"/>
                  </a:lnTo>
                  <a:lnTo>
                    <a:pt x="30865" y="643747"/>
                  </a:lnTo>
                  <a:lnTo>
                    <a:pt x="19923" y="686937"/>
                  </a:lnTo>
                  <a:lnTo>
                    <a:pt x="11302" y="730932"/>
                  </a:lnTo>
                  <a:lnTo>
                    <a:pt x="5065" y="775674"/>
                  </a:lnTo>
                  <a:lnTo>
                    <a:pt x="1277" y="821102"/>
                  </a:lnTo>
                  <a:lnTo>
                    <a:pt x="0" y="867155"/>
                  </a:lnTo>
                  <a:lnTo>
                    <a:pt x="1277" y="913209"/>
                  </a:lnTo>
                  <a:lnTo>
                    <a:pt x="5065" y="958637"/>
                  </a:lnTo>
                  <a:lnTo>
                    <a:pt x="11302" y="1003379"/>
                  </a:lnTo>
                  <a:lnTo>
                    <a:pt x="19923" y="1047374"/>
                  </a:lnTo>
                  <a:lnTo>
                    <a:pt x="30865" y="1090564"/>
                  </a:lnTo>
                  <a:lnTo>
                    <a:pt x="44064" y="1132888"/>
                  </a:lnTo>
                  <a:lnTo>
                    <a:pt x="59456" y="1174287"/>
                  </a:lnTo>
                  <a:lnTo>
                    <a:pt x="76978" y="1214699"/>
                  </a:lnTo>
                  <a:lnTo>
                    <a:pt x="96566" y="1254066"/>
                  </a:lnTo>
                  <a:lnTo>
                    <a:pt x="118155" y="1292328"/>
                  </a:lnTo>
                  <a:lnTo>
                    <a:pt x="141684" y="1329424"/>
                  </a:lnTo>
                  <a:lnTo>
                    <a:pt x="167087" y="1365295"/>
                  </a:lnTo>
                  <a:lnTo>
                    <a:pt x="194301" y="1399880"/>
                  </a:lnTo>
                  <a:lnTo>
                    <a:pt x="223263" y="1433120"/>
                  </a:lnTo>
                  <a:lnTo>
                    <a:pt x="253908" y="1464956"/>
                  </a:lnTo>
                  <a:lnTo>
                    <a:pt x="286174" y="1495325"/>
                  </a:lnTo>
                  <a:lnTo>
                    <a:pt x="319996" y="1524170"/>
                  </a:lnTo>
                  <a:lnTo>
                    <a:pt x="355311" y="1551430"/>
                  </a:lnTo>
                  <a:lnTo>
                    <a:pt x="392054" y="1577046"/>
                  </a:lnTo>
                  <a:lnTo>
                    <a:pt x="430163" y="1600956"/>
                  </a:lnTo>
                  <a:lnTo>
                    <a:pt x="469574" y="1623101"/>
                  </a:lnTo>
                  <a:lnTo>
                    <a:pt x="510222" y="1643422"/>
                  </a:lnTo>
                  <a:lnTo>
                    <a:pt x="552045" y="1661859"/>
                  </a:lnTo>
                  <a:lnTo>
                    <a:pt x="594979" y="1678350"/>
                  </a:lnTo>
                  <a:lnTo>
                    <a:pt x="638959" y="1692838"/>
                  </a:lnTo>
                  <a:lnTo>
                    <a:pt x="683922" y="1705260"/>
                  </a:lnTo>
                  <a:lnTo>
                    <a:pt x="729805" y="1715559"/>
                  </a:lnTo>
                  <a:lnTo>
                    <a:pt x="776544" y="1723673"/>
                  </a:lnTo>
                  <a:lnTo>
                    <a:pt x="824074" y="1729543"/>
                  </a:lnTo>
                  <a:lnTo>
                    <a:pt x="872334" y="1733110"/>
                  </a:lnTo>
                  <a:lnTo>
                    <a:pt x="921257" y="1734312"/>
                  </a:lnTo>
                  <a:lnTo>
                    <a:pt x="970181" y="1733110"/>
                  </a:lnTo>
                  <a:lnTo>
                    <a:pt x="1018441" y="1729543"/>
                  </a:lnTo>
                  <a:lnTo>
                    <a:pt x="1065971" y="1723673"/>
                  </a:lnTo>
                  <a:lnTo>
                    <a:pt x="1112710" y="1715559"/>
                  </a:lnTo>
                  <a:lnTo>
                    <a:pt x="1158593" y="1705260"/>
                  </a:lnTo>
                  <a:lnTo>
                    <a:pt x="1203556" y="1692838"/>
                  </a:lnTo>
                  <a:lnTo>
                    <a:pt x="1247536" y="1678350"/>
                  </a:lnTo>
                  <a:lnTo>
                    <a:pt x="1290470" y="1661859"/>
                  </a:lnTo>
                  <a:lnTo>
                    <a:pt x="1332293" y="1643422"/>
                  </a:lnTo>
                  <a:lnTo>
                    <a:pt x="1372941" y="1623101"/>
                  </a:lnTo>
                  <a:lnTo>
                    <a:pt x="1412352" y="1600956"/>
                  </a:lnTo>
                  <a:lnTo>
                    <a:pt x="1450461" y="1577046"/>
                  </a:lnTo>
                  <a:lnTo>
                    <a:pt x="1487204" y="1551430"/>
                  </a:lnTo>
                  <a:lnTo>
                    <a:pt x="1522519" y="1524170"/>
                  </a:lnTo>
                  <a:lnTo>
                    <a:pt x="1556341" y="1495325"/>
                  </a:lnTo>
                  <a:lnTo>
                    <a:pt x="1588607" y="1464956"/>
                  </a:lnTo>
                  <a:lnTo>
                    <a:pt x="1619252" y="1433120"/>
                  </a:lnTo>
                  <a:lnTo>
                    <a:pt x="1648214" y="1399880"/>
                  </a:lnTo>
                  <a:lnTo>
                    <a:pt x="1675428" y="1365295"/>
                  </a:lnTo>
                  <a:lnTo>
                    <a:pt x="1700831" y="1329424"/>
                  </a:lnTo>
                  <a:lnTo>
                    <a:pt x="1724360" y="1292328"/>
                  </a:lnTo>
                  <a:lnTo>
                    <a:pt x="1745949" y="1254066"/>
                  </a:lnTo>
                  <a:lnTo>
                    <a:pt x="1765537" y="1214699"/>
                  </a:lnTo>
                  <a:lnTo>
                    <a:pt x="1783059" y="1174287"/>
                  </a:lnTo>
                  <a:lnTo>
                    <a:pt x="1798451" y="1132888"/>
                  </a:lnTo>
                  <a:lnTo>
                    <a:pt x="1811650" y="1090564"/>
                  </a:lnTo>
                  <a:lnTo>
                    <a:pt x="1822592" y="1047374"/>
                  </a:lnTo>
                  <a:lnTo>
                    <a:pt x="1831213" y="1003379"/>
                  </a:lnTo>
                  <a:lnTo>
                    <a:pt x="1837450" y="958637"/>
                  </a:lnTo>
                  <a:lnTo>
                    <a:pt x="1841238" y="913209"/>
                  </a:lnTo>
                  <a:lnTo>
                    <a:pt x="1842515" y="867155"/>
                  </a:lnTo>
                  <a:lnTo>
                    <a:pt x="1841238" y="821102"/>
                  </a:lnTo>
                  <a:lnTo>
                    <a:pt x="1837450" y="775674"/>
                  </a:lnTo>
                  <a:lnTo>
                    <a:pt x="1831213" y="730932"/>
                  </a:lnTo>
                  <a:lnTo>
                    <a:pt x="1822592" y="686937"/>
                  </a:lnTo>
                  <a:lnTo>
                    <a:pt x="1811650" y="643747"/>
                  </a:lnTo>
                  <a:lnTo>
                    <a:pt x="1798451" y="601423"/>
                  </a:lnTo>
                  <a:lnTo>
                    <a:pt x="1783059" y="560024"/>
                  </a:lnTo>
                  <a:lnTo>
                    <a:pt x="1765537" y="519612"/>
                  </a:lnTo>
                  <a:lnTo>
                    <a:pt x="1745949" y="480245"/>
                  </a:lnTo>
                  <a:lnTo>
                    <a:pt x="1724360" y="441983"/>
                  </a:lnTo>
                  <a:lnTo>
                    <a:pt x="1700831" y="404887"/>
                  </a:lnTo>
                  <a:lnTo>
                    <a:pt x="1675428" y="369016"/>
                  </a:lnTo>
                  <a:lnTo>
                    <a:pt x="1648214" y="334431"/>
                  </a:lnTo>
                  <a:lnTo>
                    <a:pt x="1619252" y="301191"/>
                  </a:lnTo>
                  <a:lnTo>
                    <a:pt x="1588607" y="269355"/>
                  </a:lnTo>
                  <a:lnTo>
                    <a:pt x="1556341" y="238986"/>
                  </a:lnTo>
                  <a:lnTo>
                    <a:pt x="1522519" y="210141"/>
                  </a:lnTo>
                  <a:lnTo>
                    <a:pt x="1487204" y="182881"/>
                  </a:lnTo>
                  <a:lnTo>
                    <a:pt x="1450461" y="157265"/>
                  </a:lnTo>
                  <a:lnTo>
                    <a:pt x="1412352" y="133355"/>
                  </a:lnTo>
                  <a:lnTo>
                    <a:pt x="1372941" y="111210"/>
                  </a:lnTo>
                  <a:lnTo>
                    <a:pt x="1332293" y="90889"/>
                  </a:lnTo>
                  <a:lnTo>
                    <a:pt x="1290470" y="72452"/>
                  </a:lnTo>
                  <a:lnTo>
                    <a:pt x="1247536" y="55961"/>
                  </a:lnTo>
                  <a:lnTo>
                    <a:pt x="1203556" y="41473"/>
                  </a:lnTo>
                  <a:lnTo>
                    <a:pt x="1158593" y="29051"/>
                  </a:lnTo>
                  <a:lnTo>
                    <a:pt x="1112710" y="18752"/>
                  </a:lnTo>
                  <a:lnTo>
                    <a:pt x="1065971" y="10638"/>
                  </a:lnTo>
                  <a:lnTo>
                    <a:pt x="1018441" y="4768"/>
                  </a:lnTo>
                  <a:lnTo>
                    <a:pt x="970181" y="1201"/>
                  </a:lnTo>
                  <a:lnTo>
                    <a:pt x="9212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074914" y="6997445"/>
              <a:ext cx="1842770" cy="1734820"/>
            </a:xfrm>
            <a:custGeom>
              <a:avLst/>
              <a:gdLst/>
              <a:ahLst/>
              <a:cxnLst/>
              <a:rect l="l" t="t" r="r" b="b"/>
              <a:pathLst>
                <a:path w="1842770" h="1734820">
                  <a:moveTo>
                    <a:pt x="0" y="867155"/>
                  </a:moveTo>
                  <a:lnTo>
                    <a:pt x="1277" y="821102"/>
                  </a:lnTo>
                  <a:lnTo>
                    <a:pt x="5065" y="775674"/>
                  </a:lnTo>
                  <a:lnTo>
                    <a:pt x="11302" y="730932"/>
                  </a:lnTo>
                  <a:lnTo>
                    <a:pt x="19923" y="686937"/>
                  </a:lnTo>
                  <a:lnTo>
                    <a:pt x="30865" y="643747"/>
                  </a:lnTo>
                  <a:lnTo>
                    <a:pt x="44064" y="601423"/>
                  </a:lnTo>
                  <a:lnTo>
                    <a:pt x="59456" y="560024"/>
                  </a:lnTo>
                  <a:lnTo>
                    <a:pt x="76978" y="519612"/>
                  </a:lnTo>
                  <a:lnTo>
                    <a:pt x="96566" y="480245"/>
                  </a:lnTo>
                  <a:lnTo>
                    <a:pt x="118155" y="441983"/>
                  </a:lnTo>
                  <a:lnTo>
                    <a:pt x="141684" y="404887"/>
                  </a:lnTo>
                  <a:lnTo>
                    <a:pt x="167087" y="369016"/>
                  </a:lnTo>
                  <a:lnTo>
                    <a:pt x="194301" y="334431"/>
                  </a:lnTo>
                  <a:lnTo>
                    <a:pt x="223263" y="301191"/>
                  </a:lnTo>
                  <a:lnTo>
                    <a:pt x="253908" y="269355"/>
                  </a:lnTo>
                  <a:lnTo>
                    <a:pt x="286174" y="238986"/>
                  </a:lnTo>
                  <a:lnTo>
                    <a:pt x="319996" y="210141"/>
                  </a:lnTo>
                  <a:lnTo>
                    <a:pt x="355311" y="182881"/>
                  </a:lnTo>
                  <a:lnTo>
                    <a:pt x="392054" y="157265"/>
                  </a:lnTo>
                  <a:lnTo>
                    <a:pt x="430163" y="133355"/>
                  </a:lnTo>
                  <a:lnTo>
                    <a:pt x="469574" y="111210"/>
                  </a:lnTo>
                  <a:lnTo>
                    <a:pt x="510222" y="90889"/>
                  </a:lnTo>
                  <a:lnTo>
                    <a:pt x="552045" y="72452"/>
                  </a:lnTo>
                  <a:lnTo>
                    <a:pt x="594979" y="55961"/>
                  </a:lnTo>
                  <a:lnTo>
                    <a:pt x="638959" y="41473"/>
                  </a:lnTo>
                  <a:lnTo>
                    <a:pt x="683922" y="29051"/>
                  </a:lnTo>
                  <a:lnTo>
                    <a:pt x="729805" y="18752"/>
                  </a:lnTo>
                  <a:lnTo>
                    <a:pt x="776544" y="10638"/>
                  </a:lnTo>
                  <a:lnTo>
                    <a:pt x="824074" y="4768"/>
                  </a:lnTo>
                  <a:lnTo>
                    <a:pt x="872334" y="1201"/>
                  </a:lnTo>
                  <a:lnTo>
                    <a:pt x="921257" y="0"/>
                  </a:lnTo>
                  <a:lnTo>
                    <a:pt x="970181" y="1201"/>
                  </a:lnTo>
                  <a:lnTo>
                    <a:pt x="1018441" y="4768"/>
                  </a:lnTo>
                  <a:lnTo>
                    <a:pt x="1065971" y="10638"/>
                  </a:lnTo>
                  <a:lnTo>
                    <a:pt x="1112710" y="18752"/>
                  </a:lnTo>
                  <a:lnTo>
                    <a:pt x="1158593" y="29051"/>
                  </a:lnTo>
                  <a:lnTo>
                    <a:pt x="1203556" y="41473"/>
                  </a:lnTo>
                  <a:lnTo>
                    <a:pt x="1247536" y="55961"/>
                  </a:lnTo>
                  <a:lnTo>
                    <a:pt x="1290470" y="72452"/>
                  </a:lnTo>
                  <a:lnTo>
                    <a:pt x="1332293" y="90889"/>
                  </a:lnTo>
                  <a:lnTo>
                    <a:pt x="1372941" y="111210"/>
                  </a:lnTo>
                  <a:lnTo>
                    <a:pt x="1412352" y="133355"/>
                  </a:lnTo>
                  <a:lnTo>
                    <a:pt x="1450461" y="157265"/>
                  </a:lnTo>
                  <a:lnTo>
                    <a:pt x="1487204" y="182881"/>
                  </a:lnTo>
                  <a:lnTo>
                    <a:pt x="1522519" y="210141"/>
                  </a:lnTo>
                  <a:lnTo>
                    <a:pt x="1556341" y="238986"/>
                  </a:lnTo>
                  <a:lnTo>
                    <a:pt x="1588607" y="269355"/>
                  </a:lnTo>
                  <a:lnTo>
                    <a:pt x="1619252" y="301191"/>
                  </a:lnTo>
                  <a:lnTo>
                    <a:pt x="1648214" y="334431"/>
                  </a:lnTo>
                  <a:lnTo>
                    <a:pt x="1675428" y="369016"/>
                  </a:lnTo>
                  <a:lnTo>
                    <a:pt x="1700831" y="404887"/>
                  </a:lnTo>
                  <a:lnTo>
                    <a:pt x="1724360" y="441983"/>
                  </a:lnTo>
                  <a:lnTo>
                    <a:pt x="1745949" y="480245"/>
                  </a:lnTo>
                  <a:lnTo>
                    <a:pt x="1765537" y="519612"/>
                  </a:lnTo>
                  <a:lnTo>
                    <a:pt x="1783059" y="560024"/>
                  </a:lnTo>
                  <a:lnTo>
                    <a:pt x="1798451" y="601423"/>
                  </a:lnTo>
                  <a:lnTo>
                    <a:pt x="1811650" y="643747"/>
                  </a:lnTo>
                  <a:lnTo>
                    <a:pt x="1822592" y="686937"/>
                  </a:lnTo>
                  <a:lnTo>
                    <a:pt x="1831213" y="730932"/>
                  </a:lnTo>
                  <a:lnTo>
                    <a:pt x="1837450" y="775674"/>
                  </a:lnTo>
                  <a:lnTo>
                    <a:pt x="1841238" y="821102"/>
                  </a:lnTo>
                  <a:lnTo>
                    <a:pt x="1842515" y="867155"/>
                  </a:lnTo>
                  <a:lnTo>
                    <a:pt x="1841238" y="913209"/>
                  </a:lnTo>
                  <a:lnTo>
                    <a:pt x="1837450" y="958637"/>
                  </a:lnTo>
                  <a:lnTo>
                    <a:pt x="1831213" y="1003379"/>
                  </a:lnTo>
                  <a:lnTo>
                    <a:pt x="1822592" y="1047374"/>
                  </a:lnTo>
                  <a:lnTo>
                    <a:pt x="1811650" y="1090564"/>
                  </a:lnTo>
                  <a:lnTo>
                    <a:pt x="1798451" y="1132888"/>
                  </a:lnTo>
                  <a:lnTo>
                    <a:pt x="1783059" y="1174287"/>
                  </a:lnTo>
                  <a:lnTo>
                    <a:pt x="1765537" y="1214699"/>
                  </a:lnTo>
                  <a:lnTo>
                    <a:pt x="1745949" y="1254066"/>
                  </a:lnTo>
                  <a:lnTo>
                    <a:pt x="1724360" y="1292328"/>
                  </a:lnTo>
                  <a:lnTo>
                    <a:pt x="1700831" y="1329424"/>
                  </a:lnTo>
                  <a:lnTo>
                    <a:pt x="1675428" y="1365295"/>
                  </a:lnTo>
                  <a:lnTo>
                    <a:pt x="1648214" y="1399880"/>
                  </a:lnTo>
                  <a:lnTo>
                    <a:pt x="1619252" y="1433120"/>
                  </a:lnTo>
                  <a:lnTo>
                    <a:pt x="1588607" y="1464956"/>
                  </a:lnTo>
                  <a:lnTo>
                    <a:pt x="1556341" y="1495325"/>
                  </a:lnTo>
                  <a:lnTo>
                    <a:pt x="1522519" y="1524170"/>
                  </a:lnTo>
                  <a:lnTo>
                    <a:pt x="1487204" y="1551430"/>
                  </a:lnTo>
                  <a:lnTo>
                    <a:pt x="1450461" y="1577046"/>
                  </a:lnTo>
                  <a:lnTo>
                    <a:pt x="1412352" y="1600956"/>
                  </a:lnTo>
                  <a:lnTo>
                    <a:pt x="1372941" y="1623101"/>
                  </a:lnTo>
                  <a:lnTo>
                    <a:pt x="1332293" y="1643422"/>
                  </a:lnTo>
                  <a:lnTo>
                    <a:pt x="1290470" y="1661859"/>
                  </a:lnTo>
                  <a:lnTo>
                    <a:pt x="1247536" y="1678350"/>
                  </a:lnTo>
                  <a:lnTo>
                    <a:pt x="1203556" y="1692838"/>
                  </a:lnTo>
                  <a:lnTo>
                    <a:pt x="1158593" y="1705260"/>
                  </a:lnTo>
                  <a:lnTo>
                    <a:pt x="1112710" y="1715559"/>
                  </a:lnTo>
                  <a:lnTo>
                    <a:pt x="1065971" y="1723673"/>
                  </a:lnTo>
                  <a:lnTo>
                    <a:pt x="1018441" y="1729543"/>
                  </a:lnTo>
                  <a:lnTo>
                    <a:pt x="970181" y="1733110"/>
                  </a:lnTo>
                  <a:lnTo>
                    <a:pt x="921257" y="1734312"/>
                  </a:lnTo>
                  <a:lnTo>
                    <a:pt x="872334" y="1733110"/>
                  </a:lnTo>
                  <a:lnTo>
                    <a:pt x="824074" y="1729543"/>
                  </a:lnTo>
                  <a:lnTo>
                    <a:pt x="776544" y="1723673"/>
                  </a:lnTo>
                  <a:lnTo>
                    <a:pt x="729805" y="1715559"/>
                  </a:lnTo>
                  <a:lnTo>
                    <a:pt x="683922" y="1705260"/>
                  </a:lnTo>
                  <a:lnTo>
                    <a:pt x="638959" y="1692838"/>
                  </a:lnTo>
                  <a:lnTo>
                    <a:pt x="594979" y="1678350"/>
                  </a:lnTo>
                  <a:lnTo>
                    <a:pt x="552045" y="1661859"/>
                  </a:lnTo>
                  <a:lnTo>
                    <a:pt x="510222" y="1643422"/>
                  </a:lnTo>
                  <a:lnTo>
                    <a:pt x="469574" y="1623101"/>
                  </a:lnTo>
                  <a:lnTo>
                    <a:pt x="430163" y="1600956"/>
                  </a:lnTo>
                  <a:lnTo>
                    <a:pt x="392054" y="1577046"/>
                  </a:lnTo>
                  <a:lnTo>
                    <a:pt x="355311" y="1551430"/>
                  </a:lnTo>
                  <a:lnTo>
                    <a:pt x="319996" y="1524170"/>
                  </a:lnTo>
                  <a:lnTo>
                    <a:pt x="286174" y="1495325"/>
                  </a:lnTo>
                  <a:lnTo>
                    <a:pt x="253908" y="1464956"/>
                  </a:lnTo>
                  <a:lnTo>
                    <a:pt x="223263" y="1433120"/>
                  </a:lnTo>
                  <a:lnTo>
                    <a:pt x="194301" y="1399880"/>
                  </a:lnTo>
                  <a:lnTo>
                    <a:pt x="167087" y="1365295"/>
                  </a:lnTo>
                  <a:lnTo>
                    <a:pt x="141684" y="1329424"/>
                  </a:lnTo>
                  <a:lnTo>
                    <a:pt x="118155" y="1292328"/>
                  </a:lnTo>
                  <a:lnTo>
                    <a:pt x="96566" y="1254066"/>
                  </a:lnTo>
                  <a:lnTo>
                    <a:pt x="76978" y="1214699"/>
                  </a:lnTo>
                  <a:lnTo>
                    <a:pt x="59456" y="1174287"/>
                  </a:lnTo>
                  <a:lnTo>
                    <a:pt x="44064" y="1132888"/>
                  </a:lnTo>
                  <a:lnTo>
                    <a:pt x="30865" y="1090564"/>
                  </a:lnTo>
                  <a:lnTo>
                    <a:pt x="19923" y="1047374"/>
                  </a:lnTo>
                  <a:lnTo>
                    <a:pt x="11302" y="1003379"/>
                  </a:lnTo>
                  <a:lnTo>
                    <a:pt x="5065" y="958637"/>
                  </a:lnTo>
                  <a:lnTo>
                    <a:pt x="1277" y="913209"/>
                  </a:lnTo>
                  <a:lnTo>
                    <a:pt x="0" y="867155"/>
                  </a:lnTo>
                  <a:close/>
                </a:path>
              </a:pathLst>
            </a:custGeom>
            <a:ln w="102107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9" name="object 2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13004290" cy="1136903"/>
          </a:xfrm>
          <a:prstGeom prst="rect">
            <a:avLst/>
          </a:prstGeom>
        </p:spPr>
      </p:pic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1591183" y="178457"/>
            <a:ext cx="9687560" cy="88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00"/>
                </a:solidFill>
              </a:rPr>
              <a:t>Google</a:t>
            </a:r>
            <a:r>
              <a:rPr spc="-30" dirty="0">
                <a:solidFill>
                  <a:srgbClr val="FFFF00"/>
                </a:solidFill>
              </a:rPr>
              <a:t> </a:t>
            </a:r>
            <a:r>
              <a:rPr dirty="0">
                <a:solidFill>
                  <a:srgbClr val="FFFF00"/>
                </a:solidFill>
              </a:rPr>
              <a:t>è</a:t>
            </a:r>
            <a:r>
              <a:rPr spc="-25" dirty="0">
                <a:solidFill>
                  <a:srgbClr val="FFFF00"/>
                </a:solidFill>
              </a:rPr>
              <a:t> </a:t>
            </a:r>
            <a:r>
              <a:rPr dirty="0">
                <a:solidFill>
                  <a:srgbClr val="FFFF00"/>
                </a:solidFill>
              </a:rPr>
              <a:t>un</a:t>
            </a:r>
            <a:r>
              <a:rPr spc="-25" dirty="0">
                <a:solidFill>
                  <a:srgbClr val="FFFF00"/>
                </a:solidFill>
              </a:rPr>
              <a:t> </a:t>
            </a:r>
            <a:r>
              <a:rPr dirty="0">
                <a:solidFill>
                  <a:srgbClr val="FFFF00"/>
                </a:solidFill>
              </a:rPr>
              <a:t>universo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8506459" y="7234504"/>
            <a:ext cx="97853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solidFill>
                  <a:srgbClr val="FFC000"/>
                </a:solidFill>
                <a:latin typeface="Arial"/>
                <a:cs typeface="Arial"/>
              </a:rPr>
              <a:t>.</a:t>
            </a:r>
            <a:r>
              <a:rPr sz="5400" b="1" spc="-55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5400" b="1" dirty="0">
                <a:solidFill>
                  <a:srgbClr val="FFC000"/>
                </a:solidFill>
                <a:latin typeface="Arial"/>
                <a:cs typeface="Arial"/>
              </a:rPr>
              <a:t>.</a:t>
            </a:r>
            <a:r>
              <a:rPr sz="5400" b="1" spc="-5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5400" b="1" dirty="0">
                <a:solidFill>
                  <a:srgbClr val="FFC000"/>
                </a:solidFill>
                <a:latin typeface="Arial"/>
                <a:cs typeface="Arial"/>
              </a:rPr>
              <a:t>.</a:t>
            </a:r>
            <a:endParaRPr sz="54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320533" y="5718809"/>
            <a:ext cx="593090" cy="2145665"/>
          </a:xfrm>
          <a:custGeom>
            <a:avLst/>
            <a:gdLst/>
            <a:ahLst/>
            <a:cxnLst/>
            <a:rect l="l" t="t" r="r" b="b"/>
            <a:pathLst>
              <a:path w="593090" h="2145665">
                <a:moveTo>
                  <a:pt x="592582" y="2145410"/>
                </a:moveTo>
                <a:lnTo>
                  <a:pt x="592582" y="2134997"/>
                </a:lnTo>
                <a:lnTo>
                  <a:pt x="0" y="2134997"/>
                </a:lnTo>
                <a:lnTo>
                  <a:pt x="0" y="0"/>
                </a:lnTo>
              </a:path>
            </a:pathLst>
          </a:custGeom>
          <a:ln w="50292">
            <a:solidFill>
              <a:srgbClr val="FFC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3859" y="1231391"/>
            <a:ext cx="10072116" cy="726643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3004290" cy="1136903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819782" y="0"/>
            <a:ext cx="9233535" cy="124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00"/>
                </a:solidFill>
              </a:rPr>
              <a:t>Il</a:t>
            </a:r>
            <a:r>
              <a:rPr spc="-30" dirty="0">
                <a:solidFill>
                  <a:srgbClr val="FFFF00"/>
                </a:solidFill>
              </a:rPr>
              <a:t> </a:t>
            </a:r>
            <a:r>
              <a:rPr dirty="0">
                <a:solidFill>
                  <a:srgbClr val="FFFF00"/>
                </a:solidFill>
              </a:rPr>
              <a:t>mondo</a:t>
            </a:r>
            <a:r>
              <a:rPr spc="-25" dirty="0">
                <a:solidFill>
                  <a:srgbClr val="FFFF00"/>
                </a:solidFill>
              </a:rPr>
              <a:t> </a:t>
            </a:r>
            <a:r>
              <a:rPr dirty="0">
                <a:solidFill>
                  <a:srgbClr val="FFFF00"/>
                </a:solidFill>
              </a:rPr>
              <a:t>di</a:t>
            </a:r>
            <a:r>
              <a:rPr spc="-30" dirty="0">
                <a:solidFill>
                  <a:srgbClr val="FFFF00"/>
                </a:solidFill>
              </a:rPr>
              <a:t> </a:t>
            </a:r>
            <a:r>
              <a:rPr dirty="0">
                <a:solidFill>
                  <a:srgbClr val="FFFF00"/>
                </a:solidFill>
              </a:rPr>
              <a:t>Firebase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se">
  <a:themeElements>
    <a:clrScheme name="Base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e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e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TM03457444[[fn=Base]]</Template>
  <TotalTime>87</TotalTime>
  <Words>557</Words>
  <Application>Microsoft Office PowerPoint</Application>
  <PresentationFormat>Personalizzato</PresentationFormat>
  <Paragraphs>111</Paragraphs>
  <Slides>19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3" baseType="lpstr">
      <vt:lpstr>arial</vt:lpstr>
      <vt:lpstr>arial</vt:lpstr>
      <vt:lpstr>Corbel</vt:lpstr>
      <vt:lpstr>Base</vt:lpstr>
      <vt:lpstr>Cos’è Flutter</vt:lpstr>
      <vt:lpstr>Evoluzione rapidissima (Gennaio 2021)</vt:lpstr>
      <vt:lpstr>Il mobile oggi  (Gennaio 2021)</vt:lpstr>
      <vt:lpstr>Presentazione standard di PowerPoint</vt:lpstr>
      <vt:lpstr>Limiti del multipiattaforma</vt:lpstr>
      <vt:lpstr>Prestazioni «native»</vt:lpstr>
      <vt:lpstr>Chi usa Flutter?</vt:lpstr>
      <vt:lpstr>Hamilton, un caso di studio</vt:lpstr>
      <vt:lpstr>Sviluppare su Flutter</vt:lpstr>
      <vt:lpstr>Presentazione standard di PowerPoint</vt:lpstr>
      <vt:lpstr>Tutte le funzioni che vuoi</vt:lpstr>
      <vt:lpstr>Tutto è un widget in Flutter</vt:lpstr>
      <vt:lpstr>Flutter e il Material Design</vt:lpstr>
      <vt:lpstr>Cos’è il Material Design?</vt:lpstr>
      <vt:lpstr>Presentazione standard di PowerPoint</vt:lpstr>
      <vt:lpstr>I widget Material</vt:lpstr>
      <vt:lpstr>I widget Cupertino</vt:lpstr>
      <vt:lpstr>Google è un universo</vt:lpstr>
      <vt:lpstr>Il mondo di Firebase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cp:lastModifiedBy>alberto</cp:lastModifiedBy>
  <cp:revision>10</cp:revision>
  <dcterms:created xsi:type="dcterms:W3CDTF">2021-01-13T08:28:40Z</dcterms:created>
  <dcterms:modified xsi:type="dcterms:W3CDTF">2021-01-17T10:23:30Z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2019-05-30T00:00:00Z</vt:filetime>
  </property>
  <property fmtid="{D5CDD505-2E9C-101B-9397-08002B2CF9AE}" pid="3" name="Creator">
    <vt:lpwstr>Microsoft® PowerPoint® per Office 365</vt:lpwstr>
  </property>
  <property fmtid="{D5CDD505-2E9C-101B-9397-08002B2CF9AE}" pid="4" name="LastSaved">
    <vt:filetime>2021-01-13T00:00:00Z</vt:filetime>
  </property>
</Properties>
</file>